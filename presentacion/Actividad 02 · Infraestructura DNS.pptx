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notesMasterIdLst>
    <p:notesMasterId r:id="rId1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notesMaster" Target="notesMasters/notesMaster1.xml"/><Relationship Id="rId20" Type="http://schemas.openxmlformats.org/officeDocument/2006/relationships/presProps" Target="presProps.xml"/><Relationship Id="rId21" Type="http://schemas.openxmlformats.org/officeDocument/2006/relationships/viewProps" Target="viewProps.xml"/><Relationship Id="rId22" Type="http://schemas.openxmlformats.org/officeDocument/2006/relationships/theme" Target="theme/theme1.xml"/><Relationship Id="rId2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Presentación de la Actividad 02 de Tecnología Web I. Reemplazamos el archivo hosts de cada PC por una infraestructura DNS completa: primero analizamos dominios reales, luego montamos el DNS autoritativo del colegio con BIND9 y al final un resolutor propio con Unbound.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Los tres verificadores quedaron con todas las comprobaciones en verde. Ojo: en el Lab 6 el 12/12 es del verificador del script; el dominio de la UPDS obtuvo 6/12 como diagnóstico.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raíz tiene 13 nombres pero cientos de instancias anycast, por eso el tiempo no indica dónde está el servidor. .bo tiene secundarios en Brasil y Francia para redundancia.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mismo servidor apareció luego como aviso EDE 23 en una consulta recursiva: Cloudflare informó que la IP 38.7.201.134, que es ns6, le respondió REFUSED. También vimos que al SOA de la UPDS le faltó el punto final en el RNAME.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puntaje de cada dominio es su diagnóstico, no la nota. Nuestra nota es el verificador: 12 de 12, porque el script detecta bien tanto lo correcto (Cloudflare) como lo incorrecto (UPDS).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 usamos srv-horizonte porque el laboratorio necesita varios servidores con IP fija que se hablen entre sí. Todos los nodos son Ubuntu 24.04 con systemd y BIND 9.18; la carpeta lab07 se monta en /lab.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 la zona inversa la izquierda es solo el último octeto y la IP va al revés porque el DNS lee de lo particular a lo general. El error del punto final lo provocamos a propósito en una copia: solo un aviso lo revela.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aa significa respuesta autoritativa, del dueño de la zona. REFUSED es la negativa de un autoritativo a hacer de resolutor. Transfer failed: allow-transfer solo acepta la clave TSIG. La última línea de la AXFR con clave es la firma del mensaje, no el secreto.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clave la genera instalar_ns1.sh con tsig-keygen hmac-sha256. ns1 la exige en allow-transfer y ns2 la usa en el bloque server 10.10.10.2. TSIG autentica la transferencia, no la cifra. El secreto nunca se pegó en la IA ni se sube al repositorio.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error de biblioteca fue real: olvidé subir el serial. Lo dejamos como evidencia. El serial nunca debe bajar al restaurar un respaldo; si pasa, se sube por encima o se fuerza con rndc retransfer. Sin NOTIFY, ns2 habría esperado el refresh de una hora.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Hicimos el experimento como pedía la guía: instalamos sin domain-insecure y sin nodefault, anotamos SERVFAIL y NXDOMAIN, y luego corregimos. La inversa daba NXDOMAIN con un SOA nobody.invalid porque respondía la zona local que Unbound trae para la red 10.x.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 la RPZ el nombre base y el comodín *. son reglas distintas: por eso agregamos *.apuestas-ejemplo.com. El phishing apunta a la página de aviso del colegio; DNS no crea un certificado para ese dominio, solo cambia la respuesta.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primer intento dio 0 paquetes porque timeout cerró tcpdump antes de que escribiera los dig; lo resolvimos ejecutando todo en una sola línea. Para comparar instalamos temporalmente la configuración de inicio y luego restauramos la nuestra.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resolv.conf muestra 127.0.0.11: es el DNS interno de Docker, que reenvía a 10.10.10.4. DNSControl calcula el serial solo, permite revisar el diff y versionar en Git; evita errores como el punto final o el serial olvidado. El verificador del Lab 8 dio 17 de 17.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 DNS gestionado no sirve para zonas privadas como horizonte.internal. Windows Server simplifica la réplica si la red ya usa Active Directory. Nuestra solución da control total sin licencias, pero exige cuidar la sintaxis y los seriales.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Cada problema quedó registrado en la hoja y en la bitácora de IA con el comando que confirmó la causa. La regla: no aceptar una respuesta sin comprobarla en el servidor.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repositorio tiene lab06, lab07, lab08, red_dns, evidencias, informe y presentación. La clave TSIG está excluida con .gitignore. Gracias.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EEF0EA"/>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127720"/>
            <a:ext cx="10566400" cy="447030"/>
          </a:xfrm>
          <a:prstGeom prst="rect">
            <a:avLst/>
          </a:prstGeom>
          <a:noFill/>
          <a:ln/>
        </p:spPr>
        <p:txBody>
          <a:bodyPr wrap="square" lIns="0" tIns="0" rIns="0" bIns="0" rtlCol="0" anchor="t"/>
          <a:lstStyle>
            <a:lvl1pPr algn="l" indent="0" marL="0">
              <a:lnSpc>
                <a:spcPct val="115000"/>
              </a:lnSpc>
              <a:buNone/>
              <a:defRPr lang="en-US" sz="3200" dirty="0">
                <a:solidFill>
                  <a:srgbClr val="14213D"/>
                </a:solidFill>
                <a:latin typeface="IBM Plex Sans" pitchFamily="34" charset="0"/>
                <a:ea typeface="IBM Plex Sans" pitchFamily="34" charset="-122"/>
                <a:cs typeface="IBM Plex Sans" pitchFamily="34" charset="-120"/>
              </a:defRPr>
            </a:lvl1pPr>
          </a:lstStyle>
          <a:p>
            <a:pPr algn="l" indent="0" marL="0">
              <a:lnSpc>
                <a:spcPct val="115000"/>
              </a:lnSpc>
              <a:buNone/>
            </a:pPr>
            <a:endParaRPr lang="en-US" sz="3200" dirty="0"/>
          </a:p>
        </p:txBody>
      </p:sp>
      <p:sp>
        <p:nvSpPr>
          <p:cNvPr id="3" name="Text Placeholder 2"/>
          <p:cNvSpPr/>
          <p:nvPr>
            <p:ph idx="101" type="body"/>
          </p:nvPr>
        </p:nvSpPr>
        <p:spPr>
          <a:xfrm>
            <a:off x="812800" y="1879550"/>
            <a:ext cx="10566400" cy="4165650"/>
          </a:xfrm>
          <a:prstGeom prst="rect">
            <a:avLst/>
          </a:prstGeom>
          <a:noFill/>
          <a:ln/>
        </p:spPr>
        <p:txBody>
          <a:bodyPr wrap="square" lIns="0" tIns="0" rIns="0" bIns="0" rtlCol="0" anchor="t"/>
          <a:lstStyle>
            <a:lvl1pPr algn="l" indent="0" marL="0">
              <a:lnSpc>
                <a:spcPct val="140000"/>
              </a:lnSpc>
              <a:buNone/>
              <a:defRPr lang="en-US" sz="1600" dirty="0">
                <a:solidFill>
                  <a:srgbClr val="14213D"/>
                </a:solidFill>
                <a:latin typeface="IBM Plex Sans" pitchFamily="34" charset="0"/>
                <a:ea typeface="IBM Plex Sans" pitchFamily="34" charset="-122"/>
                <a:cs typeface="IBM Plex Sans" pitchFamily="34" charset="-120"/>
              </a:defRPr>
            </a:lvl1pPr>
          </a:lstStyle>
          <a:p>
            <a:pPr algn="l" indent="0" marL="0">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EEF0EA"/>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127720"/>
            <a:ext cx="10566400" cy="447030"/>
          </a:xfrm>
          <a:prstGeom prst="rect">
            <a:avLst/>
          </a:prstGeom>
          <a:noFill/>
          <a:ln/>
        </p:spPr>
        <p:txBody>
          <a:bodyPr wrap="square" lIns="0" tIns="0" rIns="0" bIns="0" rtlCol="0" anchor="t"/>
          <a:lstStyle>
            <a:lvl1pPr algn="l" indent="0" marL="0">
              <a:lnSpc>
                <a:spcPct val="115000"/>
              </a:lnSpc>
              <a:buNone/>
              <a:defRPr lang="en-US" sz="3200" dirty="0">
                <a:solidFill>
                  <a:srgbClr val="14213D"/>
                </a:solidFill>
                <a:latin typeface="IBM Plex Sans" pitchFamily="34" charset="0"/>
                <a:ea typeface="IBM Plex Sans" pitchFamily="34" charset="-122"/>
                <a:cs typeface="IBM Plex Sans" pitchFamily="34" charset="-120"/>
              </a:defRPr>
            </a:lvl1pPr>
          </a:lstStyle>
          <a:p>
            <a:pPr algn="l" indent="0" marL="0">
              <a:lnSpc>
                <a:spcPct val="115000"/>
              </a:lnSpc>
              <a:buNone/>
            </a:pPr>
            <a:endParaRPr lang="en-US" sz="3200" dirty="0"/>
          </a:p>
        </p:txBody>
      </p:sp>
      <p:sp>
        <p:nvSpPr>
          <p:cNvPr id="3" name="Text Placeholder 2"/>
          <p:cNvSpPr/>
          <p:nvPr>
            <p:ph idx="101" type="body"/>
          </p:nvPr>
        </p:nvSpPr>
        <p:spPr>
          <a:xfrm>
            <a:off x="812800" y="1879550"/>
            <a:ext cx="10566400" cy="4165650"/>
          </a:xfrm>
          <a:prstGeom prst="rect">
            <a:avLst/>
          </a:prstGeom>
          <a:noFill/>
          <a:ln/>
        </p:spPr>
        <p:txBody>
          <a:bodyPr wrap="square" lIns="0" tIns="0" rIns="0" bIns="0" rtlCol="0" anchor="t"/>
          <a:lstStyle>
            <a:lvl1pPr algn="l" indent="0" marL="0">
              <a:lnSpc>
                <a:spcPct val="140000"/>
              </a:lnSpc>
              <a:buNone/>
              <a:defRPr lang="en-US" sz="1600" dirty="0">
                <a:solidFill>
                  <a:srgbClr val="14213D"/>
                </a:solidFill>
                <a:latin typeface="IBM Plex Sans" pitchFamily="34" charset="0"/>
                <a:ea typeface="IBM Plex Sans" pitchFamily="34" charset="-122"/>
                <a:cs typeface="IBM Plex Sans" pitchFamily="34" charset="-120"/>
              </a:defRPr>
            </a:lvl1pPr>
          </a:lstStyle>
          <a:p>
            <a:pPr algn="l" indent="0" marL="0">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2.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slideLayout" Target="../slideLayouts/slideLayout2.xml"/><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slideLayout" Target="../slideLayouts/slideLayout2.xml"/><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4213D"/>
        </a:solidFill>
      </p:bgPr>
    </p:bg>
    <p:spTree>
      <p:nvGrpSpPr>
        <p:cNvPr id="1" name=""/>
        <p:cNvGrpSpPr/>
        <p:nvPr/>
      </p:nvGrpSpPr>
      <p:grpSpPr>
        <a:xfrm>
          <a:off x="0" y="0"/>
          <a:ext cx="0" cy="0"/>
          <a:chOff x="0" y="0"/>
          <a:chExt cx="0" cy="0"/>
        </a:xfrm>
      </p:grpSpPr>
      <p:sp>
        <p:nvSpPr>
          <p:cNvPr id="2" name="Text 0"/>
          <p:cNvSpPr/>
          <p:nvPr/>
        </p:nvSpPr>
        <p:spPr>
          <a:xfrm>
            <a:off x="812800" y="812800"/>
            <a:ext cx="10883392" cy="274290"/>
          </a:xfrm>
          <a:prstGeom prst="rect">
            <a:avLst/>
          </a:prstGeom>
          <a:noFill/>
          <a:ln/>
        </p:spPr>
        <p:txBody>
          <a:bodyPr wrap="square" lIns="0" tIns="0" rIns="0" bIns="0" rtlCol="0" anchor="t">
            <a:normAutofit/>
          </a:bodyPr>
          <a:lstStyle/>
          <a:p>
            <a:pPr algn="l" indent="0" marL="0">
              <a:lnSpc>
                <a:spcPts val="1960"/>
              </a:lnSpc>
              <a:buNone/>
            </a:pPr>
            <a:r>
              <a:rPr lang="en-US" sz="1400" spc="100" kern="0" dirty="0">
                <a:solidFill>
                  <a:srgbClr val="F0A070"/>
                </a:solidFill>
                <a:latin typeface="JetBrains Mono" pitchFamily="49" charset="0"/>
                <a:ea typeface="JetBrains Mono" pitchFamily="49" charset="-122"/>
                <a:cs typeface="JetBrains Mono" pitchFamily="49" charset="-120"/>
              </a:rPr>
              <a:t>root@ns1:/lab/lab07/practica#</a:t>
            </a:r>
            <a:endParaRPr lang="en-US" sz="1400" dirty="0"/>
          </a:p>
        </p:txBody>
      </p:sp>
      <p:sp>
        <p:nvSpPr>
          <p:cNvPr id="3" name="Text 1"/>
          <p:cNvSpPr/>
          <p:nvPr>
            <p:ph type="title"/>
          </p:nvPr>
        </p:nvSpPr>
        <p:spPr>
          <a:xfrm>
            <a:off x="812800" y="1775569"/>
            <a:ext cx="10883392" cy="1625600"/>
          </a:xfrm>
          <a:prstGeom prst="rect">
            <a:avLst/>
          </a:prstGeom>
          <a:noFill/>
          <a:ln/>
        </p:spPr>
        <p:txBody>
          <a:bodyPr wrap="square" lIns="0" tIns="0" rIns="0" bIns="0" rtlCol="0" anchor="t">
            <a:normAutofit/>
          </a:bodyPr>
          <a:lstStyle/>
          <a:p>
            <a:pPr algn="l" indent="0" marL="0">
              <a:lnSpc>
                <a:spcPts val="6300"/>
              </a:lnSpc>
              <a:buNone/>
            </a:pPr>
            <a:r>
              <a:rPr lang="en-US" sz="6000" b="1" i="0" dirty="0">
                <a:solidFill>
                  <a:srgbClr val="F7F6F2"/>
                </a:solidFill>
                <a:latin typeface="IBM Plex Sans" pitchFamily="34" charset="0"/>
                <a:ea typeface="IBM Plex Sans" pitchFamily="34" charset="-122"/>
                <a:cs typeface="IBM Plex Sans" pitchFamily="34" charset="-120"/>
              </a:rPr>
              <a:t>Infraestructura DNS</a:t>
            </a:r>
            <a:endParaRPr lang="en-US" sz="6000" dirty="0"/>
          </a:p>
          <a:p>
            <a:pPr algn="l" indent="0" marL="0">
              <a:lnSpc>
                <a:spcPts val="6300"/>
              </a:lnSpc>
              <a:buNone/>
            </a:pPr>
            <a:r>
              <a:rPr lang="en-US" sz="6000" b="1" i="0" dirty="0">
                <a:solidFill>
                  <a:srgbClr val="F7F6F2"/>
                </a:solidFill>
                <a:latin typeface="IBM Plex Sans" pitchFamily="34" charset="0"/>
                <a:ea typeface="IBM Plex Sans" pitchFamily="34" charset="-122"/>
                <a:cs typeface="IBM Plex Sans" pitchFamily="34" charset="-120"/>
              </a:rPr>
              <a:t>de la U.E. Horizonte</a:t>
            </a:r>
            <a:endParaRPr lang="en-US" sz="6000" dirty="0"/>
          </a:p>
        </p:txBody>
      </p:sp>
      <p:sp>
        <p:nvSpPr>
          <p:cNvPr id="4" name="Text 2"/>
          <p:cNvSpPr/>
          <p:nvPr/>
        </p:nvSpPr>
        <p:spPr>
          <a:xfrm>
            <a:off x="812800" y="3578969"/>
            <a:ext cx="10883392" cy="751780"/>
          </a:xfrm>
          <a:prstGeom prst="rect">
            <a:avLst/>
          </a:prstGeom>
          <a:noFill/>
          <a:ln/>
        </p:spPr>
        <p:txBody>
          <a:bodyPr wrap="square" lIns="0" tIns="0" rIns="0" bIns="0" rtlCol="0" anchor="t">
            <a:normAutofit/>
          </a:bodyPr>
          <a:lstStyle/>
          <a:p>
            <a:pPr algn="l" indent="0" marL="0">
              <a:lnSpc>
                <a:spcPts val="2860"/>
              </a:lnSpc>
              <a:buNone/>
            </a:pPr>
            <a:r>
              <a:rPr lang="en-US" sz="2200" dirty="0">
                <a:solidFill>
                  <a:srgbClr val="C9D3E3"/>
                </a:solidFill>
                <a:latin typeface="IBM Plex Sans" pitchFamily="34" charset="0"/>
                <a:ea typeface="IBM Plex Sans" pitchFamily="34" charset="-122"/>
                <a:cs typeface="IBM Plex Sans" pitchFamily="34" charset="-120"/>
              </a:rPr>
              <a:t>Actividad 02 · Laboratorios 6 a 8: dominios reales, BIND9 autoritativo y resolutor Unbound</a:t>
            </a:r>
            <a:endParaRPr lang="en-US" sz="2200" dirty="0"/>
          </a:p>
        </p:txBody>
      </p:sp>
      <p:sp>
        <p:nvSpPr>
          <p:cNvPr id="5" name="Text 3"/>
          <p:cNvSpPr/>
          <p:nvPr/>
        </p:nvSpPr>
        <p:spPr>
          <a:xfrm>
            <a:off x="812800" y="5019179"/>
            <a:ext cx="5776437" cy="30986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F7F6F2"/>
                </a:solidFill>
                <a:latin typeface="IBM Plex Sans" pitchFamily="34" charset="0"/>
                <a:ea typeface="IBM Plex Sans" pitchFamily="34" charset="-122"/>
                <a:cs typeface="IBM Plex Sans" pitchFamily="34" charset="-120"/>
              </a:rPr>
              <a:t>Grupo CodeX</a:t>
            </a:r>
            <a:endParaRPr lang="en-US" sz="1600" dirty="0"/>
          </a:p>
        </p:txBody>
      </p:sp>
      <p:sp>
        <p:nvSpPr>
          <p:cNvPr id="6" name="Text 4"/>
          <p:cNvSpPr/>
          <p:nvPr/>
        </p:nvSpPr>
        <p:spPr>
          <a:xfrm>
            <a:off x="812800" y="5354439"/>
            <a:ext cx="5776437"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C9D3E3"/>
                </a:solidFill>
                <a:latin typeface="IBM Plex Sans" pitchFamily="34" charset="0"/>
                <a:ea typeface="IBM Plex Sans" pitchFamily="34" charset="-122"/>
                <a:cs typeface="IBM Plex Sans" pitchFamily="34" charset="-120"/>
              </a:rPr>
              <a:t>Leonardo Avila Bejarano · Rosa Salvatierra · Jesús Andrés Flores Paz</a:t>
            </a:r>
            <a:endParaRPr lang="en-US" sz="1200" dirty="0"/>
          </a:p>
          <a:p>
            <a:pPr algn="l" indent="0" marL="0">
              <a:lnSpc>
                <a:spcPts val="1680"/>
              </a:lnSpc>
              <a:buNone/>
            </a:pPr>
            <a:r>
              <a:rPr lang="en-US" sz="1200" dirty="0">
                <a:solidFill>
                  <a:srgbClr val="C9D3E3"/>
                </a:solidFill>
                <a:latin typeface="IBM Plex Sans" pitchFamily="34" charset="0"/>
                <a:ea typeface="IBM Plex Sans" pitchFamily="34" charset="-122"/>
                <a:cs typeface="IBM Plex Sans" pitchFamily="34" charset="-120"/>
              </a:rPr>
              <a:t>Juan Marcelo Soliz Miranda · Brayan Coronado Ribera · José Luis Céspedes Ramos</a:t>
            </a:r>
            <a:endParaRPr lang="en-US" sz="1200" dirty="0"/>
          </a:p>
        </p:txBody>
      </p:sp>
      <p:sp>
        <p:nvSpPr>
          <p:cNvPr id="7" name="Text 5"/>
          <p:cNvSpPr/>
          <p:nvPr/>
        </p:nvSpPr>
        <p:spPr>
          <a:xfrm>
            <a:off x="812800" y="5831880"/>
            <a:ext cx="5776437"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C9D3E3"/>
                </a:solidFill>
                <a:latin typeface="IBM Plex Sans" pitchFamily="34" charset="0"/>
                <a:ea typeface="IBM Plex Sans" pitchFamily="34" charset="-122"/>
                <a:cs typeface="IBM Plex Sans" pitchFamily="34" charset="-120"/>
              </a:rPr>
              <a:t>Docente: M.Sc. Ing. Jimmy Nataniel Requena Llorentty</a:t>
            </a:r>
            <a:endParaRPr lang="en-US" sz="1200" dirty="0"/>
          </a:p>
        </p:txBody>
      </p:sp>
      <p:sp>
        <p:nvSpPr>
          <p:cNvPr id="8" name="Text 6"/>
          <p:cNvSpPr/>
          <p:nvPr/>
        </p:nvSpPr>
        <p:spPr>
          <a:xfrm>
            <a:off x="9958437" y="5547420"/>
            <a:ext cx="1420763" cy="523180"/>
          </a:xfrm>
          <a:prstGeom prst="rect">
            <a:avLst/>
          </a:prstGeom>
          <a:noFill/>
          <a:ln/>
        </p:spPr>
        <p:txBody>
          <a:bodyPr wrap="square" lIns="0" tIns="0" rIns="0" bIns="0" rtlCol="0" anchor="t">
            <a:normAutofit/>
          </a:bodyPr>
          <a:lstStyle/>
          <a:p>
            <a:pPr algn="r" indent="0" marL="0">
              <a:lnSpc>
                <a:spcPts val="1960"/>
              </a:lnSpc>
              <a:buNone/>
            </a:pPr>
            <a:r>
              <a:rPr lang="en-US" sz="1400" dirty="0">
                <a:solidFill>
                  <a:srgbClr val="C9D3E3"/>
                </a:solidFill>
                <a:latin typeface="IBM Plex Sans" pitchFamily="34" charset="0"/>
                <a:ea typeface="IBM Plex Sans" pitchFamily="34" charset="-122"/>
                <a:cs typeface="IBM Plex Sans" pitchFamily="34" charset="-120"/>
              </a:rPr>
              <a:t>UPDS · SIS-0150</a:t>
            </a:r>
            <a:endParaRPr lang="en-US" sz="1400" dirty="0"/>
          </a:p>
          <a:p>
            <a:pPr algn="r" indent="0" marL="0">
              <a:lnSpc>
                <a:spcPts val="1960"/>
              </a:lnSpc>
              <a:buNone/>
            </a:pPr>
            <a:r>
              <a:rPr lang="en-US" sz="1400" dirty="0">
                <a:solidFill>
                  <a:srgbClr val="C9D3E3"/>
                </a:solidFill>
                <a:latin typeface="IBM Plex Sans" pitchFamily="34" charset="0"/>
                <a:ea typeface="IBM Plex Sans" pitchFamily="34" charset="-122"/>
                <a:cs typeface="IBM Plex Sans" pitchFamily="34" charset="-120"/>
              </a:rPr>
              <a:t>Octubre 2026</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EEF0EA"/>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B04E1C"/>
                </a:solidFill>
                <a:latin typeface="IBM Plex Sans" pitchFamily="34" charset="0"/>
                <a:ea typeface="IBM Plex Sans" pitchFamily="34" charset="-122"/>
                <a:cs typeface="IBM Plex Sans" pitchFamily="34" charset="-120"/>
              </a:rPr>
              <a:t>RESULTADOS</a:t>
            </a:r>
            <a:endParaRPr lang="en-US" sz="1200" dirty="0"/>
          </a:p>
        </p:txBody>
      </p:sp>
      <p:sp>
        <p:nvSpPr>
          <p:cNvPr id="3" name="Text 1"/>
          <p:cNvSpPr/>
          <p:nvPr>
            <p:ph type="title"/>
          </p:nvPr>
        </p:nvSpPr>
        <p:spPr>
          <a:xfrm>
            <a:off x="812800" y="1127720"/>
            <a:ext cx="10883392" cy="52829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4213D"/>
                </a:solidFill>
                <a:latin typeface="IBM Plex Sans" pitchFamily="34" charset="0"/>
                <a:ea typeface="IBM Plex Sans" pitchFamily="34" charset="-122"/>
                <a:cs typeface="IBM Plex Sans" pitchFamily="34" charset="-120"/>
              </a:rPr>
              <a:t>Del archivo hosts a un DNS propio</a:t>
            </a:r>
            <a:endParaRPr lang="en-US" sz="3600" dirty="0"/>
          </a:p>
        </p:txBody>
      </p:sp>
      <p:sp>
        <p:nvSpPr>
          <p:cNvPr id="4" name="Shape 2"/>
          <p:cNvSpPr/>
          <p:nvPr/>
        </p:nvSpPr>
        <p:spPr>
          <a:xfrm>
            <a:off x="812800" y="2037011"/>
            <a:ext cx="3403600" cy="4008189"/>
          </a:xfrm>
          <a:prstGeom prst="roundRect">
            <a:avLst>
              <a:gd name="adj" fmla="val 2985"/>
            </a:avLst>
          </a:prstGeom>
          <a:solidFill>
            <a:srgbClr val="FBFBF8"/>
          </a:solidFill>
          <a:ln/>
        </p:spPr>
      </p:sp>
      <p:sp>
        <p:nvSpPr>
          <p:cNvPr id="5" name="Text 3"/>
          <p:cNvSpPr/>
          <p:nvPr/>
        </p:nvSpPr>
        <p:spPr>
          <a:xfrm>
            <a:off x="1066800" y="2291011"/>
            <a:ext cx="2982468" cy="27429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2F6FB0"/>
                </a:solidFill>
                <a:latin typeface="JetBrains Mono" pitchFamily="49" charset="0"/>
                <a:ea typeface="JetBrains Mono" pitchFamily="49" charset="-122"/>
                <a:cs typeface="JetBrains Mono" pitchFamily="49" charset="-120"/>
              </a:rPr>
              <a:t>LAB 06</a:t>
            </a:r>
            <a:endParaRPr lang="en-US" sz="1400" dirty="0"/>
          </a:p>
        </p:txBody>
      </p:sp>
      <p:sp>
        <p:nvSpPr>
          <p:cNvPr id="6" name="Text 4"/>
          <p:cNvSpPr/>
          <p:nvPr/>
        </p:nvSpPr>
        <p:spPr>
          <a:xfrm>
            <a:off x="1066800" y="2641501"/>
            <a:ext cx="2982468" cy="635000"/>
          </a:xfrm>
          <a:prstGeom prst="rect">
            <a:avLst/>
          </a:prstGeom>
          <a:noFill/>
          <a:ln/>
        </p:spPr>
        <p:txBody>
          <a:bodyPr wrap="square" lIns="0" tIns="0" rIns="0" bIns="0" rtlCol="0" anchor="t">
            <a:normAutofit/>
          </a:bodyPr>
          <a:lstStyle/>
          <a:p>
            <a:pPr algn="l" indent="0" marL="0">
              <a:lnSpc>
                <a:spcPts val="4800"/>
              </a:lnSpc>
              <a:buNone/>
            </a:pPr>
            <a:r>
              <a:rPr lang="en-US" sz="4800" b="1" dirty="0">
                <a:solidFill>
                  <a:srgbClr val="14213D"/>
                </a:solidFill>
                <a:latin typeface="IBM Plex Sans" pitchFamily="34" charset="0"/>
                <a:ea typeface="IBM Plex Sans" pitchFamily="34" charset="-122"/>
                <a:cs typeface="IBM Plex Sans" pitchFamily="34" charset="-120"/>
              </a:rPr>
              <a:t>12/12</a:t>
            </a:r>
            <a:endParaRPr lang="en-US" sz="4800" dirty="0"/>
          </a:p>
        </p:txBody>
      </p:sp>
      <p:sp>
        <p:nvSpPr>
          <p:cNvPr id="7" name="Text 5"/>
          <p:cNvSpPr/>
          <p:nvPr/>
        </p:nvSpPr>
        <p:spPr>
          <a:xfrm>
            <a:off x="1066800" y="3352701"/>
            <a:ext cx="2982468" cy="74543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4A5568"/>
                </a:solidFill>
                <a:latin typeface="IBM Plex Sans" pitchFamily="34" charset="0"/>
                <a:ea typeface="IBM Plex Sans" pitchFamily="34" charset="-122"/>
                <a:cs typeface="IBM Plex Sans" pitchFamily="34" charset="-120"/>
              </a:rPr>
              <a:t>Radiografía DNS de dominios reales: jerarquía, registros, SOA y caché</a:t>
            </a:r>
            <a:endParaRPr lang="en-US" sz="1400" dirty="0"/>
          </a:p>
        </p:txBody>
      </p:sp>
      <p:sp>
        <p:nvSpPr>
          <p:cNvPr id="8" name="Shape 6"/>
          <p:cNvSpPr/>
          <p:nvPr/>
        </p:nvSpPr>
        <p:spPr>
          <a:xfrm>
            <a:off x="4394200" y="2037011"/>
            <a:ext cx="3403600" cy="4008189"/>
          </a:xfrm>
          <a:prstGeom prst="roundRect">
            <a:avLst>
              <a:gd name="adj" fmla="val 2985"/>
            </a:avLst>
          </a:prstGeom>
          <a:solidFill>
            <a:srgbClr val="FBFBF8"/>
          </a:solidFill>
          <a:ln/>
        </p:spPr>
      </p:sp>
      <p:sp>
        <p:nvSpPr>
          <p:cNvPr id="9" name="Text 7"/>
          <p:cNvSpPr/>
          <p:nvPr/>
        </p:nvSpPr>
        <p:spPr>
          <a:xfrm>
            <a:off x="4648200" y="2291011"/>
            <a:ext cx="2982468" cy="27429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2F6FB0"/>
                </a:solidFill>
                <a:latin typeface="JetBrains Mono" pitchFamily="49" charset="0"/>
                <a:ea typeface="JetBrains Mono" pitchFamily="49" charset="-122"/>
                <a:cs typeface="JetBrains Mono" pitchFamily="49" charset="-120"/>
              </a:rPr>
              <a:t>LAB 07</a:t>
            </a:r>
            <a:endParaRPr lang="en-US" sz="1400" dirty="0"/>
          </a:p>
        </p:txBody>
      </p:sp>
      <p:sp>
        <p:nvSpPr>
          <p:cNvPr id="10" name="Text 8"/>
          <p:cNvSpPr/>
          <p:nvPr/>
        </p:nvSpPr>
        <p:spPr>
          <a:xfrm>
            <a:off x="4648200" y="2641501"/>
            <a:ext cx="2982468" cy="635000"/>
          </a:xfrm>
          <a:prstGeom prst="rect">
            <a:avLst/>
          </a:prstGeom>
          <a:noFill/>
          <a:ln/>
        </p:spPr>
        <p:txBody>
          <a:bodyPr wrap="square" lIns="0" tIns="0" rIns="0" bIns="0" rtlCol="0" anchor="t">
            <a:normAutofit/>
          </a:bodyPr>
          <a:lstStyle/>
          <a:p>
            <a:pPr algn="l" indent="0" marL="0">
              <a:lnSpc>
                <a:spcPts val="4800"/>
              </a:lnSpc>
              <a:buNone/>
            </a:pPr>
            <a:r>
              <a:rPr lang="en-US" sz="4800" b="1" dirty="0">
                <a:solidFill>
                  <a:srgbClr val="14213D"/>
                </a:solidFill>
                <a:latin typeface="IBM Plex Sans" pitchFamily="34" charset="0"/>
                <a:ea typeface="IBM Plex Sans" pitchFamily="34" charset="-122"/>
                <a:cs typeface="IBM Plex Sans" pitchFamily="34" charset="-120"/>
              </a:rPr>
              <a:t>16/16</a:t>
            </a:r>
            <a:endParaRPr lang="en-US" sz="4800" dirty="0"/>
          </a:p>
        </p:txBody>
      </p:sp>
      <p:sp>
        <p:nvSpPr>
          <p:cNvPr id="11" name="Text 9"/>
          <p:cNvSpPr/>
          <p:nvPr/>
        </p:nvSpPr>
        <p:spPr>
          <a:xfrm>
            <a:off x="4648200" y="3352701"/>
            <a:ext cx="2982468" cy="50542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4A5568"/>
                </a:solidFill>
                <a:latin typeface="IBM Plex Sans" pitchFamily="34" charset="0"/>
                <a:ea typeface="IBM Plex Sans" pitchFamily="34" charset="-122"/>
                <a:cs typeface="IBM Plex Sans" pitchFamily="34" charset="-120"/>
              </a:rPr>
              <a:t>BIND9 autoritativo: primario, secundario, zona inversa y TSIG</a:t>
            </a:r>
            <a:endParaRPr lang="en-US" sz="1400" dirty="0"/>
          </a:p>
        </p:txBody>
      </p:sp>
      <p:sp>
        <p:nvSpPr>
          <p:cNvPr id="12" name="Shape 10"/>
          <p:cNvSpPr/>
          <p:nvPr/>
        </p:nvSpPr>
        <p:spPr>
          <a:xfrm>
            <a:off x="7975600" y="2037011"/>
            <a:ext cx="3403600" cy="4008189"/>
          </a:xfrm>
          <a:prstGeom prst="roundRect">
            <a:avLst>
              <a:gd name="adj" fmla="val 2985"/>
            </a:avLst>
          </a:prstGeom>
          <a:solidFill>
            <a:srgbClr val="14213D"/>
          </a:solidFill>
          <a:ln/>
        </p:spPr>
      </p:sp>
      <p:sp>
        <p:nvSpPr>
          <p:cNvPr id="13" name="Text 11"/>
          <p:cNvSpPr/>
          <p:nvPr/>
        </p:nvSpPr>
        <p:spPr>
          <a:xfrm>
            <a:off x="8229600" y="2291011"/>
            <a:ext cx="2982468" cy="27429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F0A070"/>
                </a:solidFill>
                <a:latin typeface="JetBrains Mono" pitchFamily="49" charset="0"/>
                <a:ea typeface="JetBrains Mono" pitchFamily="49" charset="-122"/>
                <a:cs typeface="JetBrains Mono" pitchFamily="49" charset="-120"/>
              </a:rPr>
              <a:t>LAB 08</a:t>
            </a:r>
            <a:endParaRPr lang="en-US" sz="1400" dirty="0"/>
          </a:p>
        </p:txBody>
      </p:sp>
      <p:sp>
        <p:nvSpPr>
          <p:cNvPr id="14" name="Text 12"/>
          <p:cNvSpPr/>
          <p:nvPr/>
        </p:nvSpPr>
        <p:spPr>
          <a:xfrm>
            <a:off x="8229600" y="2641501"/>
            <a:ext cx="2982468" cy="635000"/>
          </a:xfrm>
          <a:prstGeom prst="rect">
            <a:avLst/>
          </a:prstGeom>
          <a:noFill/>
          <a:ln/>
        </p:spPr>
        <p:txBody>
          <a:bodyPr wrap="square" lIns="0" tIns="0" rIns="0" bIns="0" rtlCol="0" anchor="t">
            <a:normAutofit/>
          </a:bodyPr>
          <a:lstStyle/>
          <a:p>
            <a:pPr algn="l" indent="0" marL="0">
              <a:lnSpc>
                <a:spcPts val="4800"/>
              </a:lnSpc>
              <a:buNone/>
            </a:pPr>
            <a:r>
              <a:rPr lang="en-US" sz="4800" b="1" dirty="0">
                <a:solidFill>
                  <a:srgbClr val="F7F6F2"/>
                </a:solidFill>
                <a:latin typeface="IBM Plex Sans" pitchFamily="34" charset="0"/>
                <a:ea typeface="IBM Plex Sans" pitchFamily="34" charset="-122"/>
                <a:cs typeface="IBM Plex Sans" pitchFamily="34" charset="-120"/>
              </a:rPr>
              <a:t>17/17</a:t>
            </a:r>
            <a:endParaRPr lang="en-US" sz="4800" dirty="0"/>
          </a:p>
        </p:txBody>
      </p:sp>
      <p:sp>
        <p:nvSpPr>
          <p:cNvPr id="15" name="Text 13"/>
          <p:cNvSpPr/>
          <p:nvPr/>
        </p:nvSpPr>
        <p:spPr>
          <a:xfrm>
            <a:off x="8229600" y="3352701"/>
            <a:ext cx="2982468" cy="50542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C9D3E3"/>
                </a:solidFill>
                <a:latin typeface="IBM Plex Sans" pitchFamily="34" charset="0"/>
                <a:ea typeface="IBM Plex Sans" pitchFamily="34" charset="-122"/>
                <a:cs typeface="IBM Plex Sans" pitchFamily="34" charset="-120"/>
              </a:rPr>
              <a:t>Resolutor Unbound: caché, DNSSEC, DoT, RPZ y DNSControl</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EEF0EA"/>
        </a:solidFill>
      </p:bgPr>
    </p:bg>
    <p:spTree>
      <p:nvGrpSpPr>
        <p:cNvPr id="1" name=""/>
        <p:cNvGrpSpPr/>
        <p:nvPr/>
      </p:nvGrpSpPr>
      <p:grpSpPr>
        <a:xfrm>
          <a:off x="0" y="0"/>
          <a:ext cx="0" cy="0"/>
          <a:chOff x="0" y="0"/>
          <a:chExt cx="0" cy="0"/>
        </a:xfrm>
      </p:grpSpPr>
      <p:sp>
        <p:nvSpPr>
          <p:cNvPr id="2" name="Text 0"/>
          <p:cNvSpPr/>
          <p:nvPr/>
        </p:nvSpPr>
        <p:spPr>
          <a:xfrm>
            <a:off x="812800" y="1879947"/>
            <a:ext cx="669747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B04E1C"/>
                </a:solidFill>
                <a:latin typeface="IBM Plex Sans" pitchFamily="34" charset="0"/>
                <a:ea typeface="IBM Plex Sans" pitchFamily="34" charset="-122"/>
                <a:cs typeface="IBM Plex Sans" pitchFamily="34" charset="-120"/>
              </a:rPr>
              <a:t>LABORATORIO 6 · JERARQUÍA</a:t>
            </a:r>
            <a:endParaRPr lang="en-US" sz="1200" dirty="0"/>
          </a:p>
        </p:txBody>
      </p:sp>
      <p:sp>
        <p:nvSpPr>
          <p:cNvPr id="3" name="Text 1"/>
          <p:cNvSpPr/>
          <p:nvPr>
            <p:ph type="title"/>
          </p:nvPr>
        </p:nvSpPr>
        <p:spPr>
          <a:xfrm>
            <a:off x="812800" y="2296468"/>
            <a:ext cx="6697472" cy="91946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4213D"/>
                </a:solidFill>
                <a:latin typeface="IBM Plex Sans" pitchFamily="34" charset="0"/>
                <a:ea typeface="IBM Plex Sans" pitchFamily="34" charset="-122"/>
                <a:cs typeface="IBM Plex Sans" pitchFamily="34" charset="-120"/>
              </a:rPr>
              <a:t>Cuatro saltos hasta www.upds.edu.bo</a:t>
            </a:r>
            <a:endParaRPr lang="en-US" sz="3200" dirty="0"/>
          </a:p>
        </p:txBody>
      </p:sp>
      <p:sp>
        <p:nvSpPr>
          <p:cNvPr id="4" name="Text 2"/>
          <p:cNvSpPr/>
          <p:nvPr/>
        </p:nvSpPr>
        <p:spPr>
          <a:xfrm>
            <a:off x="812800" y="3393728"/>
            <a:ext cx="6697472" cy="854075"/>
          </a:xfrm>
          <a:prstGeom prst="rect">
            <a:avLst/>
          </a:prstGeom>
          <a:noFill/>
          <a:ln/>
        </p:spPr>
        <p:txBody>
          <a:bodyPr wrap="square" lIns="0" tIns="0" rIns="0" bIns="0" rtlCol="0" anchor="t">
            <a:normAutofit/>
          </a:bodyPr>
          <a:lstStyle/>
          <a:p>
            <a:pPr algn="l" indent="0" marL="0">
              <a:lnSpc>
                <a:spcPts val="2175"/>
              </a:lnSpc>
              <a:buNone/>
            </a:pPr>
            <a:r>
              <a:rPr lang="en-US" sz="1500" dirty="0">
                <a:solidFill>
                  <a:srgbClr val="4A5568"/>
                </a:solidFill>
                <a:latin typeface="IBM Plex Sans" pitchFamily="34" charset="0"/>
                <a:ea typeface="IBM Plex Sans" pitchFamily="34" charset="-122"/>
                <a:cs typeface="IBM Plex Sans" pitchFamily="34" charset="-120"/>
              </a:rPr>
              <a:t>Con </a:t>
            </a:r>
            <a:r>
              <a:rPr lang="en-US" sz="1500" b="1" dirty="0">
                <a:solidFill>
                  <a:srgbClr val="4A5568"/>
                </a:solidFill>
                <a:latin typeface="IBM Plex Sans" pitchFamily="34" charset="0"/>
                <a:ea typeface="IBM Plex Sans" pitchFamily="34" charset="-122"/>
                <a:cs typeface="IBM Plex Sans" pitchFamily="34" charset="-120"/>
              </a:rPr>
              <a:t>dig +trace</a:t>
            </a:r>
            <a:r>
              <a:rPr lang="en-US" sz="1500" dirty="0">
                <a:solidFill>
                  <a:srgbClr val="4A5568"/>
                </a:solidFill>
                <a:latin typeface="IBM Plex Sans" pitchFamily="34" charset="0"/>
                <a:ea typeface="IBM Plex Sans" pitchFamily="34" charset="-122"/>
                <a:cs typeface="IBM Plex Sans" pitchFamily="34" charset="-120"/>
              </a:rPr>
              <a:t>: el resolutor 1.1.1.1 da la raíz, la raíz refiere a </a:t>
            </a:r>
            <a:r>
              <a:rPr lang="en-US" sz="1500" b="1" dirty="0">
                <a:solidFill>
                  <a:srgbClr val="4A5568"/>
                </a:solidFill>
                <a:latin typeface="IBM Plex Sans" pitchFamily="34" charset="0"/>
                <a:ea typeface="IBM Plex Sans" pitchFamily="34" charset="-122"/>
                <a:cs typeface="IBM Plex Sans" pitchFamily="34" charset="-120"/>
              </a:rPr>
              <a:t>.bo</a:t>
            </a:r>
            <a:r>
              <a:rPr lang="en-US" sz="1500" dirty="0">
                <a:solidFill>
                  <a:srgbClr val="4A5568"/>
                </a:solidFill>
                <a:latin typeface="IBM Plex Sans" pitchFamily="34" charset="0"/>
                <a:ea typeface="IBM Plex Sans" pitchFamily="34" charset="-122"/>
                <a:cs typeface="IBM Plex Sans" pitchFamily="34" charset="-120"/>
              </a:rPr>
              <a:t> (NIC Bolivia), .bo delega en los servidores de Megalink y uno de ellos responde el registro A con la bandera </a:t>
            </a:r>
            <a:r>
              <a:rPr lang="en-US" sz="1500" b="1" dirty="0">
                <a:solidFill>
                  <a:srgbClr val="4A5568"/>
                </a:solidFill>
                <a:latin typeface="IBM Plex Sans" pitchFamily="34" charset="0"/>
                <a:ea typeface="IBM Plex Sans" pitchFamily="34" charset="-122"/>
                <a:cs typeface="IBM Plex Sans" pitchFamily="34" charset="-120"/>
              </a:rPr>
              <a:t>aa</a:t>
            </a:r>
            <a:r>
              <a:rPr lang="en-US" sz="1500" dirty="0">
                <a:solidFill>
                  <a:srgbClr val="4A5568"/>
                </a:solidFill>
                <a:latin typeface="IBM Plex Sans" pitchFamily="34" charset="0"/>
                <a:ea typeface="IBM Plex Sans" pitchFamily="34" charset="-122"/>
                <a:cs typeface="IBM Plex Sans" pitchFamily="34" charset="-120"/>
              </a:rPr>
              <a:t>.</a:t>
            </a:r>
            <a:endParaRPr lang="en-US" sz="1500" dirty="0"/>
          </a:p>
        </p:txBody>
      </p:sp>
      <p:sp>
        <p:nvSpPr>
          <p:cNvPr id="5" name="Text 3"/>
          <p:cNvSpPr/>
          <p:nvPr/>
        </p:nvSpPr>
        <p:spPr>
          <a:xfrm>
            <a:off x="812800" y="4425603"/>
            <a:ext cx="6697472" cy="577850"/>
          </a:xfrm>
          <a:prstGeom prst="rect">
            <a:avLst/>
          </a:prstGeom>
          <a:noFill/>
          <a:ln/>
        </p:spPr>
        <p:txBody>
          <a:bodyPr wrap="square" lIns="0" tIns="0" rIns="0" bIns="0" rtlCol="0" anchor="t">
            <a:normAutofit/>
          </a:bodyPr>
          <a:lstStyle/>
          <a:p>
            <a:pPr algn="l" indent="0" marL="0">
              <a:lnSpc>
                <a:spcPts val="2175"/>
              </a:lnSpc>
              <a:buNone/>
            </a:pPr>
            <a:r>
              <a:rPr lang="en-US" sz="1500" dirty="0">
                <a:solidFill>
                  <a:srgbClr val="4A5568"/>
                </a:solidFill>
                <a:latin typeface="IBM Plex Sans" pitchFamily="34" charset="0"/>
                <a:ea typeface="IBM Plex Sans" pitchFamily="34" charset="-122"/>
                <a:cs typeface="IBM Plex Sans" pitchFamily="34" charset="-120"/>
              </a:rPr>
              <a:t>Cada salto es una delegación: nadie conoce todos los nombres, cada nivel sabe a quién preguntar después.</a:t>
            </a:r>
            <a:endParaRPr lang="en-US" sz="1500" dirty="0"/>
          </a:p>
        </p:txBody>
      </p:sp>
      <p:sp>
        <p:nvSpPr>
          <p:cNvPr id="6" name="Shape 4"/>
          <p:cNvSpPr/>
          <p:nvPr/>
        </p:nvSpPr>
        <p:spPr>
          <a:xfrm>
            <a:off x="7823200" y="847725"/>
            <a:ext cx="3556000" cy="5162550"/>
          </a:xfrm>
          <a:prstGeom prst="roundRect">
            <a:avLst>
              <a:gd name="adj" fmla="val 2857"/>
            </a:avLst>
          </a:prstGeom>
          <a:solidFill>
            <a:srgbClr val="FBFBF8"/>
          </a:solidFill>
          <a:ln/>
        </p:spPr>
      </p:sp>
      <p:pic>
        <p:nvPicPr>
          <p:cNvPr id="7" name="Image 0" descr="Diagrama de la jerarquía DNS: 1.1.1.1, raíz, TLD .bo, upds.edu.bo y la respuesta, con ns6 marcado como delegado pero sin servir la zona">    </p:cNvPr>
          <p:cNvPicPr>
            <a:picLocks noChangeAspect="1"/>
          </p:cNvPicPr>
          <p:nvPr/>
        </p:nvPicPr>
        <p:blipFill>
          <a:blip r:embed="rId1"/>
          <a:srcRect l="-35" r="-35" t="0" b="0"/>
          <a:stretch/>
        </p:blipFill>
        <p:spPr>
          <a:xfrm>
            <a:off x="7823200" y="847725"/>
            <a:ext cx="3556000" cy="5162550"/>
          </a:xfrm>
          <a:prstGeom prst="roundRect">
            <a:avLst>
              <a:gd name="adj" fmla="val 2857"/>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EEF0EA"/>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B04E1C"/>
                </a:solidFill>
                <a:latin typeface="IBM Plex Sans" pitchFamily="34" charset="0"/>
                <a:ea typeface="IBM Plex Sans" pitchFamily="34" charset="-122"/>
                <a:cs typeface="IBM Plex Sans" pitchFamily="34" charset="-120"/>
              </a:rPr>
              <a:t>LABORATORIO 6 · HALLAZGO</a:t>
            </a:r>
            <a:endParaRPr lang="en-US" sz="1200" dirty="0"/>
          </a:p>
        </p:txBody>
      </p:sp>
      <p:sp>
        <p:nvSpPr>
          <p:cNvPr id="3" name="Text 1"/>
          <p:cNvSpPr/>
          <p:nvPr>
            <p:ph type="title"/>
          </p:nvPr>
        </p:nvSpPr>
        <p:spPr>
          <a:xfrm>
            <a:off x="812800" y="1127720"/>
            <a:ext cx="10883392" cy="47243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4213D"/>
                </a:solidFill>
                <a:latin typeface="IBM Plex Sans" pitchFamily="34" charset="0"/>
                <a:ea typeface="IBM Plex Sans" pitchFamily="34" charset="-122"/>
                <a:cs typeface="IBM Plex Sans" pitchFamily="34" charset="-120"/>
              </a:rPr>
              <a:t>Una delegación coja en la UPDS</a:t>
            </a:r>
            <a:endParaRPr lang="en-US" sz="3200" dirty="0"/>
          </a:p>
        </p:txBody>
      </p:sp>
      <p:sp>
        <p:nvSpPr>
          <p:cNvPr id="4" name="Text 2"/>
          <p:cNvSpPr/>
          <p:nvPr/>
        </p:nvSpPr>
        <p:spPr>
          <a:xfrm>
            <a:off x="812800" y="2955875"/>
            <a:ext cx="4238244" cy="577850"/>
          </a:xfrm>
          <a:prstGeom prst="rect">
            <a:avLst/>
          </a:prstGeom>
          <a:noFill/>
          <a:ln/>
        </p:spPr>
        <p:txBody>
          <a:bodyPr wrap="square" lIns="0" tIns="0" rIns="0" bIns="0" rtlCol="0" anchor="t">
            <a:normAutofit/>
          </a:bodyPr>
          <a:lstStyle/>
          <a:p>
            <a:pPr algn="l" indent="0" marL="0">
              <a:lnSpc>
                <a:spcPts val="2175"/>
              </a:lnSpc>
              <a:buNone/>
            </a:pPr>
            <a:r>
              <a:rPr lang="en-US" sz="1500" dirty="0">
                <a:solidFill>
                  <a:srgbClr val="4A5568"/>
                </a:solidFill>
                <a:latin typeface="IBM Plex Sans" pitchFamily="34" charset="0"/>
                <a:ea typeface="IBM Plex Sans" pitchFamily="34" charset="-122"/>
                <a:cs typeface="IBM Plex Sans" pitchFamily="34" charset="-120"/>
              </a:rPr>
              <a:t>.bo delega en </a:t>
            </a:r>
            <a:r>
              <a:rPr lang="en-US" sz="1500" b="1" dirty="0">
                <a:solidFill>
                  <a:srgbClr val="4A5568"/>
                </a:solidFill>
                <a:latin typeface="IBM Plex Sans" pitchFamily="34" charset="0"/>
                <a:ea typeface="IBM Plex Sans" pitchFamily="34" charset="-122"/>
                <a:cs typeface="IBM Plex Sans" pitchFamily="34" charset="-120"/>
              </a:rPr>
              <a:t>ns2–ns6</a:t>
            </a:r>
            <a:r>
              <a:rPr lang="en-US" sz="1500" dirty="0">
                <a:solidFill>
                  <a:srgbClr val="4A5568"/>
                </a:solidFill>
                <a:latin typeface="IBM Plex Sans" pitchFamily="34" charset="0"/>
                <a:ea typeface="IBM Plex Sans" pitchFamily="34" charset="-122"/>
                <a:cs typeface="IBM Plex Sans" pitchFamily="34" charset="-120"/>
              </a:rPr>
              <a:t>, pero la zona declara solo </a:t>
            </a:r>
            <a:r>
              <a:rPr lang="en-US" sz="1500" b="1" dirty="0">
                <a:solidFill>
                  <a:srgbClr val="4A5568"/>
                </a:solidFill>
                <a:latin typeface="IBM Plex Sans" pitchFamily="34" charset="0"/>
                <a:ea typeface="IBM Plex Sans" pitchFamily="34" charset="-122"/>
                <a:cs typeface="IBM Plex Sans" pitchFamily="34" charset="-120"/>
              </a:rPr>
              <a:t>ns2–ns5</a:t>
            </a:r>
            <a:r>
              <a:rPr lang="en-US" sz="1500" dirty="0">
                <a:solidFill>
                  <a:srgbClr val="4A5568"/>
                </a:solidFill>
                <a:latin typeface="IBM Plex Sans" pitchFamily="34" charset="0"/>
                <a:ea typeface="IBM Plex Sans" pitchFamily="34" charset="-122"/>
                <a:cs typeface="IBM Plex Sans" pitchFamily="34" charset="-120"/>
              </a:rPr>
              <a:t>.</a:t>
            </a:r>
            <a:endParaRPr lang="en-US" sz="1500" dirty="0"/>
          </a:p>
        </p:txBody>
      </p:sp>
      <p:sp>
        <p:nvSpPr>
          <p:cNvPr id="5" name="Text 3"/>
          <p:cNvSpPr/>
          <p:nvPr/>
        </p:nvSpPr>
        <p:spPr>
          <a:xfrm>
            <a:off x="812800" y="3660725"/>
            <a:ext cx="4238244" cy="577850"/>
          </a:xfrm>
          <a:prstGeom prst="rect">
            <a:avLst/>
          </a:prstGeom>
          <a:noFill/>
          <a:ln/>
        </p:spPr>
        <p:txBody>
          <a:bodyPr wrap="square" lIns="0" tIns="0" rIns="0" bIns="0" rtlCol="0" anchor="t">
            <a:normAutofit/>
          </a:bodyPr>
          <a:lstStyle/>
          <a:p>
            <a:pPr algn="l" indent="0" marL="0">
              <a:lnSpc>
                <a:spcPts val="2175"/>
              </a:lnSpc>
              <a:buNone/>
            </a:pPr>
            <a:r>
              <a:rPr lang="en-US" sz="1500" dirty="0">
                <a:solidFill>
                  <a:srgbClr val="4A5568"/>
                </a:solidFill>
                <a:latin typeface="IBM Plex Sans" pitchFamily="34" charset="0"/>
                <a:ea typeface="IBM Plex Sans" pitchFamily="34" charset="-122"/>
                <a:cs typeface="IBM Plex Sans" pitchFamily="34" charset="-120"/>
              </a:rPr>
              <a:t>Con </a:t>
            </a:r>
            <a:r>
              <a:rPr lang="en-US" sz="1500" b="1" dirty="0">
                <a:solidFill>
                  <a:srgbClr val="4A5568"/>
                </a:solidFill>
                <a:latin typeface="IBM Plex Sans" pitchFamily="34" charset="0"/>
                <a:ea typeface="IBM Plex Sans" pitchFamily="34" charset="-122"/>
                <a:cs typeface="IBM Plex Sans" pitchFamily="34" charset="-120"/>
              </a:rPr>
              <a:t>dig +norec</a:t>
            </a:r>
            <a:r>
              <a:rPr lang="en-US" sz="1500" dirty="0">
                <a:solidFill>
                  <a:srgbClr val="4A5568"/>
                </a:solidFill>
                <a:latin typeface="IBM Plex Sans" pitchFamily="34" charset="0"/>
                <a:ea typeface="IBM Plex Sans" pitchFamily="34" charset="-122"/>
                <a:cs typeface="IBM Plex Sans" pitchFamily="34" charset="-120"/>
              </a:rPr>
              <a:t>: ns4 responde con </a:t>
            </a:r>
            <a:r>
              <a:rPr lang="en-US" sz="1500" b="1" dirty="0">
                <a:solidFill>
                  <a:srgbClr val="4A5568"/>
                </a:solidFill>
                <a:latin typeface="IBM Plex Sans" pitchFamily="34" charset="0"/>
                <a:ea typeface="IBM Plex Sans" pitchFamily="34" charset="-122"/>
                <a:cs typeface="IBM Plex Sans" pitchFamily="34" charset="-120"/>
              </a:rPr>
              <a:t>aa</a:t>
            </a:r>
            <a:r>
              <a:rPr lang="en-US" sz="1500" dirty="0">
                <a:solidFill>
                  <a:srgbClr val="4A5568"/>
                </a:solidFill>
                <a:latin typeface="IBM Plex Sans" pitchFamily="34" charset="0"/>
                <a:ea typeface="IBM Plex Sans" pitchFamily="34" charset="-122"/>
                <a:cs typeface="IBM Plex Sans" pitchFamily="34" charset="-120"/>
              </a:rPr>
              <a:t>; ns6 responde </a:t>
            </a:r>
            <a:r>
              <a:rPr lang="en-US" sz="1500" b="1" dirty="0">
                <a:solidFill>
                  <a:srgbClr val="4A5568"/>
                </a:solidFill>
                <a:latin typeface="IBM Plex Sans" pitchFamily="34" charset="0"/>
                <a:ea typeface="IBM Plex Sans" pitchFamily="34" charset="-122"/>
                <a:cs typeface="IBM Plex Sans" pitchFamily="34" charset="-120"/>
              </a:rPr>
              <a:t>REFUSED</a:t>
            </a:r>
            <a:r>
              <a:rPr lang="en-US" sz="1500" dirty="0">
                <a:solidFill>
                  <a:srgbClr val="4A5568"/>
                </a:solidFill>
                <a:latin typeface="IBM Plex Sans" pitchFamily="34" charset="0"/>
                <a:ea typeface="IBM Plex Sans" pitchFamily="34" charset="-122"/>
                <a:cs typeface="IBM Plex Sans" pitchFamily="34" charset="-120"/>
              </a:rPr>
              <a:t>.</a:t>
            </a:r>
            <a:endParaRPr lang="en-US" sz="1500" dirty="0"/>
          </a:p>
        </p:txBody>
      </p:sp>
      <p:sp>
        <p:nvSpPr>
          <p:cNvPr id="6" name="Text 4"/>
          <p:cNvSpPr/>
          <p:nvPr/>
        </p:nvSpPr>
        <p:spPr>
          <a:xfrm>
            <a:off x="812800" y="4365575"/>
            <a:ext cx="4238244" cy="577850"/>
          </a:xfrm>
          <a:prstGeom prst="rect">
            <a:avLst/>
          </a:prstGeom>
          <a:noFill/>
          <a:ln/>
        </p:spPr>
        <p:txBody>
          <a:bodyPr wrap="square" lIns="0" tIns="0" rIns="0" bIns="0" rtlCol="0" anchor="t">
            <a:normAutofit/>
          </a:bodyPr>
          <a:lstStyle/>
          <a:p>
            <a:pPr algn="l" indent="0" marL="0">
              <a:lnSpc>
                <a:spcPts val="2175"/>
              </a:lnSpc>
              <a:buNone/>
            </a:pPr>
            <a:r>
              <a:rPr lang="en-US" sz="1500" dirty="0">
                <a:solidFill>
                  <a:srgbClr val="4A5568"/>
                </a:solidFill>
                <a:latin typeface="IBM Plex Sans" pitchFamily="34" charset="0"/>
                <a:ea typeface="IBM Plex Sans" pitchFamily="34" charset="-122"/>
                <a:cs typeface="IBM Plex Sans" pitchFamily="34" charset="-120"/>
              </a:rPr>
              <a:t>El sitio funciona porque el resolutor reintenta, pero pierde tiempo cada vez que elige ns6.</a:t>
            </a:r>
            <a:endParaRPr lang="en-US" sz="1500" dirty="0"/>
          </a:p>
        </p:txBody>
      </p:sp>
      <p:sp>
        <p:nvSpPr>
          <p:cNvPr id="7" name="Shape 5"/>
          <p:cNvSpPr/>
          <p:nvPr/>
        </p:nvSpPr>
        <p:spPr>
          <a:xfrm>
            <a:off x="5283200" y="2720925"/>
            <a:ext cx="6096000" cy="2432050"/>
          </a:xfrm>
          <a:prstGeom prst="roundRect">
            <a:avLst>
              <a:gd name="adj" fmla="val 4178"/>
            </a:avLst>
          </a:prstGeom>
          <a:solidFill>
            <a:srgbClr val="0C0C0C"/>
          </a:solidFill>
          <a:ln/>
        </p:spPr>
      </p:sp>
      <p:pic>
        <p:nvPicPr>
          <p:cNvPr id="8" name="Image 0" descr="Salida de dig a ns6.megalink.com con status REFUSED y sin bandera aa">    </p:cNvPr>
          <p:cNvPicPr>
            <a:picLocks noChangeAspect="1"/>
          </p:cNvPicPr>
          <p:nvPr/>
        </p:nvPicPr>
        <p:blipFill>
          <a:blip r:embed="rId1"/>
          <a:srcRect l="0" r="0" t="-85" b="-85"/>
          <a:stretch/>
        </p:blipFill>
        <p:spPr>
          <a:xfrm>
            <a:off x="5283200" y="2720925"/>
            <a:ext cx="6096000" cy="2432050"/>
          </a:xfrm>
          <a:prstGeom prst="roundRect">
            <a:avLst>
              <a:gd name="adj" fmla="val 4178"/>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EEF0EA"/>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B04E1C"/>
                </a:solidFill>
                <a:latin typeface="IBM Plex Sans" pitchFamily="34" charset="0"/>
                <a:ea typeface="IBM Plex Sans" pitchFamily="34" charset="-122"/>
                <a:cs typeface="IBM Plex Sans" pitchFamily="34" charset="-120"/>
              </a:rPr>
              <a:t>LABORATORIO 6 · RADIOGRAFIA_DNS.SH</a:t>
            </a:r>
            <a:endParaRPr lang="en-US" sz="1200" dirty="0"/>
          </a:p>
        </p:txBody>
      </p:sp>
      <p:sp>
        <p:nvSpPr>
          <p:cNvPr id="3" name="Text 1"/>
          <p:cNvSpPr/>
          <p:nvPr>
            <p:ph type="title"/>
          </p:nvPr>
        </p:nvSpPr>
        <p:spPr>
          <a:xfrm>
            <a:off x="812800" y="1127720"/>
            <a:ext cx="10883392" cy="47243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4213D"/>
                </a:solidFill>
                <a:latin typeface="IBM Plex Sans" pitchFamily="34" charset="0"/>
                <a:ea typeface="IBM Plex Sans" pitchFamily="34" charset="-122"/>
                <a:cs typeface="IBM Plex Sans" pitchFamily="34" charset="-120"/>
              </a:rPr>
              <a:t>El script diagnostica cuatro dominios</a:t>
            </a:r>
            <a:endParaRPr lang="en-US" sz="32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892250"/>
          <a:ext cx="6642100" cy="2178943"/>
        </p:xfrm>
        <a:graphic>
          <a:graphicData uri="http://schemas.openxmlformats.org/drawingml/2006/table">
            <a:tbl>
              <a:tblPr/>
              <a:tblGrid>
                <a:gridCol w="2258314"/>
                <a:gridCol w="1062736"/>
                <a:gridCol w="3321050"/>
              </a:tblGrid>
              <a:tr h="386011">
                <a:tc>
                  <a:txBody>
                    <a:bodyPr/>
                    <a:lstStyle/>
                    <a:p>
                      <a:pPr indent="0" marL="0">
                        <a:lnSpc>
                          <a:spcPts val="1960"/>
                        </a:lnSpc>
                        <a:buNone/>
                      </a:pPr>
                      <a:r>
                        <a:rPr lang="en-US" sz="1400" b="1" dirty="0">
                          <a:solidFill>
                            <a:srgbClr val="14213D"/>
                          </a:solidFill>
                          <a:latin typeface="IBM Plex Sans" pitchFamily="34" charset="0"/>
                          <a:ea typeface="IBM Plex Sans" pitchFamily="34" charset="-122"/>
                          <a:cs typeface="IBM Plex Sans" pitchFamily="34" charset="-120"/>
                        </a:rPr>
                        <a:t>Dominio</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BEC0BB"/>
                      </a:solidFill>
                      <a:prstDash val="solid"/>
                      <a:round/>
                      <a:headEnd type="none" w="med" len="med"/>
                      <a:tailEnd type="none" w="med" len="med"/>
                    </a:lnL>
                    <a:lnR w="12700" cap="flat" cmpd="sng" algn="ctr">
                      <a:solidFill>
                        <a:srgbClr val="B1B2AD"/>
                      </a:solidFill>
                      <a:prstDash val="solid"/>
                      <a:round/>
                      <a:headEnd type="none" w="med" len="med"/>
                      <a:tailEnd type="none" w="med" len="med"/>
                    </a:lnR>
                    <a:lnT w="12700" cap="flat" cmpd="sng" algn="ctr">
                      <a:solidFill>
                        <a:srgbClr val="BEC0BB"/>
                      </a:solidFill>
                      <a:prstDash val="solid"/>
                      <a:round/>
                      <a:headEnd type="none" w="med" len="med"/>
                      <a:tailEnd type="none" w="med" len="med"/>
                    </a:lnT>
                    <a:lnB w="12700" cap="flat" cmpd="sng" algn="ctr">
                      <a:solidFill>
                        <a:srgbClr val="B1B2AD"/>
                      </a:solidFill>
                      <a:prstDash val="solid"/>
                      <a:round/>
                      <a:headEnd type="none" w="med" len="med"/>
                      <a:tailEnd type="none" w="med" len="med"/>
                    </a:lnB>
                    <a:solidFill>
                      <a:srgbClr val="DDDED9"/>
                    </a:solidFill>
                  </a:tcPr>
                </a:tc>
                <a:tc>
                  <a:txBody>
                    <a:bodyPr/>
                    <a:lstStyle/>
                    <a:p>
                      <a:pPr indent="0" marL="0">
                        <a:lnSpc>
                          <a:spcPts val="1960"/>
                        </a:lnSpc>
                        <a:buNone/>
                      </a:pPr>
                      <a:r>
                        <a:rPr lang="en-US" sz="1400" b="1" dirty="0">
                          <a:solidFill>
                            <a:srgbClr val="14213D"/>
                          </a:solidFill>
                          <a:latin typeface="IBM Plex Sans" pitchFamily="34" charset="0"/>
                          <a:ea typeface="IBM Plex Sans" pitchFamily="34" charset="-122"/>
                          <a:cs typeface="IBM Plex Sans" pitchFamily="34" charset="-120"/>
                        </a:rPr>
                        <a:t>Puntaje</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B1B2AD"/>
                      </a:solidFill>
                      <a:prstDash val="solid"/>
                      <a:round/>
                      <a:headEnd type="none" w="med" len="med"/>
                      <a:tailEnd type="none" w="med" len="med"/>
                    </a:lnL>
                    <a:lnR w="12700" cap="flat" cmpd="sng" algn="ctr">
                      <a:solidFill>
                        <a:srgbClr val="B1B2AD"/>
                      </a:solidFill>
                      <a:prstDash val="solid"/>
                      <a:round/>
                      <a:headEnd type="none" w="med" len="med"/>
                      <a:tailEnd type="none" w="med" len="med"/>
                    </a:lnR>
                    <a:lnT w="12700" cap="flat" cmpd="sng" algn="ctr">
                      <a:solidFill>
                        <a:srgbClr val="BEC0BB"/>
                      </a:solidFill>
                      <a:prstDash val="solid"/>
                      <a:round/>
                      <a:headEnd type="none" w="med" len="med"/>
                      <a:tailEnd type="none" w="med" len="med"/>
                    </a:lnT>
                    <a:lnB w="12700" cap="flat" cmpd="sng" algn="ctr">
                      <a:solidFill>
                        <a:srgbClr val="B1B2AD"/>
                      </a:solidFill>
                      <a:prstDash val="solid"/>
                      <a:round/>
                      <a:headEnd type="none" w="med" len="med"/>
                      <a:tailEnd type="none" w="med" len="med"/>
                    </a:lnB>
                    <a:solidFill>
                      <a:srgbClr val="DDDED9"/>
                    </a:solidFill>
                  </a:tcPr>
                </a:tc>
                <a:tc>
                  <a:txBody>
                    <a:bodyPr/>
                    <a:lstStyle/>
                    <a:p>
                      <a:pPr indent="0" marL="0">
                        <a:lnSpc>
                          <a:spcPts val="1960"/>
                        </a:lnSpc>
                        <a:buNone/>
                      </a:pPr>
                      <a:r>
                        <a:rPr lang="en-US" sz="1400" b="1" dirty="0">
                          <a:solidFill>
                            <a:srgbClr val="14213D"/>
                          </a:solidFill>
                          <a:latin typeface="IBM Plex Sans" pitchFamily="34" charset="0"/>
                          <a:ea typeface="IBM Plex Sans" pitchFamily="34" charset="-122"/>
                          <a:cs typeface="IBM Plex Sans" pitchFamily="34" charset="-120"/>
                        </a:rPr>
                        <a:t>Hallazgos</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B1B2AD"/>
                      </a:solidFill>
                      <a:prstDash val="solid"/>
                      <a:round/>
                      <a:headEnd type="none" w="med" len="med"/>
                      <a:tailEnd type="none" w="med" len="med"/>
                    </a:lnL>
                    <a:lnR w="12700" cap="flat" cmpd="sng" algn="ctr">
                      <a:solidFill>
                        <a:srgbClr val="B1B2AD"/>
                      </a:solidFill>
                      <a:prstDash val="solid"/>
                      <a:round/>
                      <a:headEnd type="none" w="med" len="med"/>
                      <a:tailEnd type="none" w="med" len="med"/>
                    </a:lnR>
                    <a:lnT w="12700" cap="flat" cmpd="sng" algn="ctr">
                      <a:solidFill>
                        <a:srgbClr val="BEC0BB"/>
                      </a:solidFill>
                      <a:prstDash val="solid"/>
                      <a:round/>
                      <a:headEnd type="none" w="med" len="med"/>
                      <a:tailEnd type="none" w="med" len="med"/>
                    </a:lnT>
                    <a:lnB w="12700" cap="flat" cmpd="sng" algn="ctr">
                      <a:solidFill>
                        <a:srgbClr val="B1B2AD"/>
                      </a:solidFill>
                      <a:prstDash val="solid"/>
                      <a:round/>
                      <a:headEnd type="none" w="med" len="med"/>
                      <a:tailEnd type="none" w="med" len="med"/>
                    </a:lnB>
                    <a:solidFill>
                      <a:srgbClr val="DDDED9"/>
                    </a:solidFill>
                  </a:tcPr>
                </a:tc>
              </a:tr>
              <a:tr h="634901">
                <a:tc>
                  <a:txBody>
                    <a:bodyPr/>
                    <a:lstStyle/>
                    <a:p>
                      <a:pPr indent="0" marL="0">
                        <a:lnSpc>
                          <a:spcPts val="1960"/>
                        </a:lnSpc>
                        <a:buNone/>
                      </a:pPr>
                      <a:r>
                        <a:rPr lang="en-US" sz="1400" dirty="0">
                          <a:solidFill>
                            <a:srgbClr val="14213D"/>
                          </a:solidFill>
                          <a:latin typeface="IBM Plex Sans" pitchFamily="34" charset="0"/>
                          <a:ea typeface="IBM Plex Sans" pitchFamily="34" charset="-122"/>
                          <a:cs typeface="IBM Plex Sans" pitchFamily="34" charset="-120"/>
                        </a:rPr>
                        <a:t>upds.edu.bo</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BEC0BB"/>
                      </a:solidFill>
                      <a:prstDash val="solid"/>
                      <a:round/>
                      <a:headEnd type="none" w="med" len="med"/>
                      <a:tailEnd type="none" w="med" len="med"/>
                    </a:lnL>
                    <a:lnR w="12700" cap="flat" cmpd="sng" algn="ctr">
                      <a:solidFill>
                        <a:srgbClr val="BEC0BB"/>
                      </a:solidFill>
                      <a:prstDash val="solid"/>
                      <a:round/>
                      <a:headEnd type="none" w="med" len="med"/>
                      <a:tailEnd type="none" w="med" len="med"/>
                    </a:lnR>
                    <a:lnT w="12700" cap="flat" cmpd="sng" algn="ctr">
                      <a:solidFill>
                        <a:srgbClr val="B1B2AD"/>
                      </a:solidFill>
                      <a:prstDash val="solid"/>
                      <a:round/>
                      <a:headEnd type="none" w="med" len="med"/>
                      <a:tailEnd type="none" w="med" len="med"/>
                    </a:lnT>
                    <a:lnB w="12700" cap="flat" cmpd="sng" algn="ctr">
                      <a:solidFill>
                        <a:srgbClr val="BEC0BB"/>
                      </a:solidFill>
                      <a:prstDash val="solid"/>
                      <a:round/>
                      <a:headEnd type="none" w="med" len="med"/>
                      <a:tailEnd type="none" w="med" len="med"/>
                    </a:lnB>
                  </a:tcPr>
                </a:tc>
                <a:tc>
                  <a:txBody>
                    <a:bodyPr/>
                    <a:lstStyle/>
                    <a:p>
                      <a:pPr indent="0" marL="0">
                        <a:lnSpc>
                          <a:spcPts val="1960"/>
                        </a:lnSpc>
                        <a:buNone/>
                      </a:pPr>
                      <a:r>
                        <a:rPr lang="en-US" sz="1400" dirty="0">
                          <a:solidFill>
                            <a:srgbClr val="14213D"/>
                          </a:solidFill>
                          <a:latin typeface="IBM Plex Sans" pitchFamily="34" charset="0"/>
                          <a:ea typeface="IBM Plex Sans" pitchFamily="34" charset="-122"/>
                          <a:cs typeface="IBM Plex Sans" pitchFamily="34" charset="-120"/>
                        </a:rPr>
                        <a:t>6/12</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BEC0BB"/>
                      </a:solidFill>
                      <a:prstDash val="solid"/>
                      <a:round/>
                      <a:headEnd type="none" w="med" len="med"/>
                      <a:tailEnd type="none" w="med" len="med"/>
                    </a:lnL>
                    <a:lnR w="12700" cap="flat" cmpd="sng" algn="ctr">
                      <a:solidFill>
                        <a:srgbClr val="BEC0BB"/>
                      </a:solidFill>
                      <a:prstDash val="solid"/>
                      <a:round/>
                      <a:headEnd type="none" w="med" len="med"/>
                      <a:tailEnd type="none" w="med" len="med"/>
                    </a:lnR>
                    <a:lnT w="12700" cap="flat" cmpd="sng" algn="ctr">
                      <a:solidFill>
                        <a:srgbClr val="B1B2AD"/>
                      </a:solidFill>
                      <a:prstDash val="solid"/>
                      <a:round/>
                      <a:headEnd type="none" w="med" len="med"/>
                      <a:tailEnd type="none" w="med" len="med"/>
                    </a:lnT>
                    <a:lnB w="12700" cap="flat" cmpd="sng" algn="ctr">
                      <a:solidFill>
                        <a:srgbClr val="BEC0BB"/>
                      </a:solidFill>
                      <a:prstDash val="solid"/>
                      <a:round/>
                      <a:headEnd type="none" w="med" len="med"/>
                      <a:tailEnd type="none" w="med" len="med"/>
                    </a:lnB>
                  </a:tcPr>
                </a:tc>
                <a:tc>
                  <a:txBody>
                    <a:bodyPr/>
                    <a:lstStyle/>
                    <a:p>
                      <a:pPr indent="0" marL="0">
                        <a:lnSpc>
                          <a:spcPts val="1960"/>
                        </a:lnSpc>
                        <a:buNone/>
                      </a:pPr>
                      <a:r>
                        <a:rPr lang="en-US" sz="1400" dirty="0">
                          <a:solidFill>
                            <a:srgbClr val="14213D"/>
                          </a:solidFill>
                          <a:latin typeface="IBM Plex Sans" pitchFamily="34" charset="0"/>
                          <a:ea typeface="IBM Plex Sans" pitchFamily="34" charset="-122"/>
                          <a:cs typeface="IBM Plex Sans" pitchFamily="34" charset="-120"/>
                        </a:rPr>
                        <a:t>NS cojo, RNAME sin punto, sin CAA ni DNSSEC</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BEC0BB"/>
                      </a:solidFill>
                      <a:prstDash val="solid"/>
                      <a:round/>
                      <a:headEnd type="none" w="med" len="med"/>
                      <a:tailEnd type="none" w="med" len="med"/>
                    </a:lnL>
                    <a:lnR w="12700" cap="flat" cmpd="sng" algn="ctr">
                      <a:solidFill>
                        <a:srgbClr val="BEC0BB"/>
                      </a:solidFill>
                      <a:prstDash val="solid"/>
                      <a:round/>
                      <a:headEnd type="none" w="med" len="med"/>
                      <a:tailEnd type="none" w="med" len="med"/>
                    </a:lnR>
                    <a:lnT w="12700" cap="flat" cmpd="sng" algn="ctr">
                      <a:solidFill>
                        <a:srgbClr val="B1B2AD"/>
                      </a:solidFill>
                      <a:prstDash val="solid"/>
                      <a:round/>
                      <a:headEnd type="none" w="med" len="med"/>
                      <a:tailEnd type="none" w="med" len="med"/>
                    </a:lnT>
                    <a:lnB w="12700" cap="flat" cmpd="sng" algn="ctr">
                      <a:solidFill>
                        <a:srgbClr val="BEC0BB"/>
                      </a:solidFill>
                      <a:prstDash val="solid"/>
                      <a:round/>
                      <a:headEnd type="none" w="med" len="med"/>
                      <a:tailEnd type="none" w="med" len="med"/>
                    </a:lnB>
                  </a:tcPr>
                </a:tc>
              </a:tr>
              <a:tr h="386011">
                <a:tc>
                  <a:txBody>
                    <a:bodyPr/>
                    <a:lstStyle/>
                    <a:p>
                      <a:pPr indent="0" marL="0">
                        <a:lnSpc>
                          <a:spcPts val="1960"/>
                        </a:lnSpc>
                        <a:buNone/>
                      </a:pPr>
                      <a:r>
                        <a:rPr lang="en-US" sz="1400" dirty="0">
                          <a:solidFill>
                            <a:srgbClr val="14213D"/>
                          </a:solidFill>
                          <a:latin typeface="IBM Plex Sans" pitchFamily="34" charset="0"/>
                          <a:ea typeface="IBM Plex Sans" pitchFamily="34" charset="-122"/>
                          <a:cs typeface="IBM Plex Sans" pitchFamily="34" charset="-120"/>
                        </a:rPr>
                        <a:t>cloudflare.com</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BEC0BB"/>
                      </a:solidFill>
                      <a:prstDash val="solid"/>
                      <a:round/>
                      <a:headEnd type="none" w="med" len="med"/>
                      <a:tailEnd type="none" w="med" len="med"/>
                    </a:lnL>
                    <a:lnR w="12700" cap="flat" cmpd="sng" algn="ctr">
                      <a:solidFill>
                        <a:srgbClr val="BEC0BB"/>
                      </a:solidFill>
                      <a:prstDash val="solid"/>
                      <a:round/>
                      <a:headEnd type="none" w="med" len="med"/>
                      <a:tailEnd type="none" w="med" len="med"/>
                    </a:lnR>
                    <a:lnT w="12700" cap="flat" cmpd="sng" algn="ctr">
                      <a:solidFill>
                        <a:srgbClr val="BEC0BB"/>
                      </a:solidFill>
                      <a:prstDash val="solid"/>
                      <a:round/>
                      <a:headEnd type="none" w="med" len="med"/>
                      <a:tailEnd type="none" w="med" len="med"/>
                    </a:lnT>
                    <a:lnB w="12700" cap="flat" cmpd="sng" algn="ctr">
                      <a:solidFill>
                        <a:srgbClr val="BEC0BB"/>
                      </a:solidFill>
                      <a:prstDash val="solid"/>
                      <a:round/>
                      <a:headEnd type="none" w="med" len="med"/>
                      <a:tailEnd type="none" w="med" len="med"/>
                    </a:lnB>
                  </a:tcPr>
                </a:tc>
                <a:tc>
                  <a:txBody>
                    <a:bodyPr/>
                    <a:lstStyle/>
                    <a:p>
                      <a:pPr indent="0" marL="0">
                        <a:lnSpc>
                          <a:spcPts val="1960"/>
                        </a:lnSpc>
                        <a:buNone/>
                      </a:pPr>
                      <a:r>
                        <a:rPr lang="en-US" sz="1400" dirty="0">
                          <a:solidFill>
                            <a:srgbClr val="14213D"/>
                          </a:solidFill>
                          <a:latin typeface="IBM Plex Sans" pitchFamily="34" charset="0"/>
                          <a:ea typeface="IBM Plex Sans" pitchFamily="34" charset="-122"/>
                          <a:cs typeface="IBM Plex Sans" pitchFamily="34" charset="-120"/>
                        </a:rPr>
                        <a:t>12/12</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BEC0BB"/>
                      </a:solidFill>
                      <a:prstDash val="solid"/>
                      <a:round/>
                      <a:headEnd type="none" w="med" len="med"/>
                      <a:tailEnd type="none" w="med" len="med"/>
                    </a:lnL>
                    <a:lnR w="12700" cap="flat" cmpd="sng" algn="ctr">
                      <a:solidFill>
                        <a:srgbClr val="BEC0BB"/>
                      </a:solidFill>
                      <a:prstDash val="solid"/>
                      <a:round/>
                      <a:headEnd type="none" w="med" len="med"/>
                      <a:tailEnd type="none" w="med" len="med"/>
                    </a:lnR>
                    <a:lnT w="12700" cap="flat" cmpd="sng" algn="ctr">
                      <a:solidFill>
                        <a:srgbClr val="BEC0BB"/>
                      </a:solidFill>
                      <a:prstDash val="solid"/>
                      <a:round/>
                      <a:headEnd type="none" w="med" len="med"/>
                      <a:tailEnd type="none" w="med" len="med"/>
                    </a:lnT>
                    <a:lnB w="12700" cap="flat" cmpd="sng" algn="ctr">
                      <a:solidFill>
                        <a:srgbClr val="BEC0BB"/>
                      </a:solidFill>
                      <a:prstDash val="solid"/>
                      <a:round/>
                      <a:headEnd type="none" w="med" len="med"/>
                      <a:tailEnd type="none" w="med" len="med"/>
                    </a:lnB>
                  </a:tcPr>
                </a:tc>
                <a:tc>
                  <a:txBody>
                    <a:bodyPr/>
                    <a:lstStyle/>
                    <a:p>
                      <a:pPr indent="0" marL="0">
                        <a:lnSpc>
                          <a:spcPts val="1960"/>
                        </a:lnSpc>
                        <a:buNone/>
                      </a:pPr>
                      <a:r>
                        <a:rPr lang="en-US" sz="1400" dirty="0">
                          <a:solidFill>
                            <a:srgbClr val="14213D"/>
                          </a:solidFill>
                          <a:latin typeface="IBM Plex Sans" pitchFamily="34" charset="0"/>
                          <a:ea typeface="IBM Plex Sans" pitchFamily="34" charset="-122"/>
                          <a:cs typeface="IBM Plex Sans" pitchFamily="34" charset="-120"/>
                        </a:rPr>
                        <a:t>Todo correcto</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BEC0BB"/>
                      </a:solidFill>
                      <a:prstDash val="solid"/>
                      <a:round/>
                      <a:headEnd type="none" w="med" len="med"/>
                      <a:tailEnd type="none" w="med" len="med"/>
                    </a:lnL>
                    <a:lnR w="12700" cap="flat" cmpd="sng" algn="ctr">
                      <a:solidFill>
                        <a:srgbClr val="BEC0BB"/>
                      </a:solidFill>
                      <a:prstDash val="solid"/>
                      <a:round/>
                      <a:headEnd type="none" w="med" len="med"/>
                      <a:tailEnd type="none" w="med" len="med"/>
                    </a:lnR>
                    <a:lnT w="12700" cap="flat" cmpd="sng" algn="ctr">
                      <a:solidFill>
                        <a:srgbClr val="BEC0BB"/>
                      </a:solidFill>
                      <a:prstDash val="solid"/>
                      <a:round/>
                      <a:headEnd type="none" w="med" len="med"/>
                      <a:tailEnd type="none" w="med" len="med"/>
                    </a:lnT>
                    <a:lnB w="12700" cap="flat" cmpd="sng" algn="ctr">
                      <a:solidFill>
                        <a:srgbClr val="BEC0BB"/>
                      </a:solidFill>
                      <a:prstDash val="solid"/>
                      <a:round/>
                      <a:headEnd type="none" w="med" len="med"/>
                      <a:tailEnd type="none" w="med" len="med"/>
                    </a:lnB>
                  </a:tcPr>
                </a:tc>
              </a:tr>
              <a:tr h="386011">
                <a:tc>
                  <a:txBody>
                    <a:bodyPr/>
                    <a:lstStyle/>
                    <a:p>
                      <a:pPr indent="0" marL="0">
                        <a:lnSpc>
                          <a:spcPts val="1960"/>
                        </a:lnSpc>
                        <a:buNone/>
                      </a:pPr>
                      <a:r>
                        <a:rPr lang="en-US" sz="1400" dirty="0">
                          <a:solidFill>
                            <a:srgbClr val="14213D"/>
                          </a:solidFill>
                          <a:latin typeface="IBM Plex Sans" pitchFamily="34" charset="0"/>
                          <a:ea typeface="IBM Plex Sans" pitchFamily="34" charset="-122"/>
                          <a:cs typeface="IBM Plex Sans" pitchFamily="34" charset="-120"/>
                        </a:rPr>
                        <a:t>wikipedia.org</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BEC0BB"/>
                      </a:solidFill>
                      <a:prstDash val="solid"/>
                      <a:round/>
                      <a:headEnd type="none" w="med" len="med"/>
                      <a:tailEnd type="none" w="med" len="med"/>
                    </a:lnL>
                    <a:lnR w="12700" cap="flat" cmpd="sng" algn="ctr">
                      <a:solidFill>
                        <a:srgbClr val="BEC0BB"/>
                      </a:solidFill>
                      <a:prstDash val="solid"/>
                      <a:round/>
                      <a:headEnd type="none" w="med" len="med"/>
                      <a:tailEnd type="none" w="med" len="med"/>
                    </a:lnR>
                    <a:lnT w="12700" cap="flat" cmpd="sng" algn="ctr">
                      <a:solidFill>
                        <a:srgbClr val="BEC0BB"/>
                      </a:solidFill>
                      <a:prstDash val="solid"/>
                      <a:round/>
                      <a:headEnd type="none" w="med" len="med"/>
                      <a:tailEnd type="none" w="med" len="med"/>
                    </a:lnT>
                    <a:lnB w="12700" cap="flat" cmpd="sng" algn="ctr">
                      <a:solidFill>
                        <a:srgbClr val="BEC0BB"/>
                      </a:solidFill>
                      <a:prstDash val="solid"/>
                      <a:round/>
                      <a:headEnd type="none" w="med" len="med"/>
                      <a:tailEnd type="none" w="med" len="med"/>
                    </a:lnB>
                  </a:tcPr>
                </a:tc>
                <a:tc>
                  <a:txBody>
                    <a:bodyPr/>
                    <a:lstStyle/>
                    <a:p>
                      <a:pPr indent="0" marL="0">
                        <a:lnSpc>
                          <a:spcPts val="1960"/>
                        </a:lnSpc>
                        <a:buNone/>
                      </a:pPr>
                      <a:r>
                        <a:rPr lang="en-US" sz="1400" dirty="0">
                          <a:solidFill>
                            <a:srgbClr val="14213D"/>
                          </a:solidFill>
                          <a:latin typeface="IBM Plex Sans" pitchFamily="34" charset="0"/>
                          <a:ea typeface="IBM Plex Sans" pitchFamily="34" charset="-122"/>
                          <a:cs typeface="IBM Plex Sans" pitchFamily="34" charset="-120"/>
                        </a:rPr>
                        <a:t>10/12</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BEC0BB"/>
                      </a:solidFill>
                      <a:prstDash val="solid"/>
                      <a:round/>
                      <a:headEnd type="none" w="med" len="med"/>
                      <a:tailEnd type="none" w="med" len="med"/>
                    </a:lnL>
                    <a:lnR w="12700" cap="flat" cmpd="sng" algn="ctr">
                      <a:solidFill>
                        <a:srgbClr val="BEC0BB"/>
                      </a:solidFill>
                      <a:prstDash val="solid"/>
                      <a:round/>
                      <a:headEnd type="none" w="med" len="med"/>
                      <a:tailEnd type="none" w="med" len="med"/>
                    </a:lnR>
                    <a:lnT w="12700" cap="flat" cmpd="sng" algn="ctr">
                      <a:solidFill>
                        <a:srgbClr val="BEC0BB"/>
                      </a:solidFill>
                      <a:prstDash val="solid"/>
                      <a:round/>
                      <a:headEnd type="none" w="med" len="med"/>
                      <a:tailEnd type="none" w="med" len="med"/>
                    </a:lnT>
                    <a:lnB w="12700" cap="flat" cmpd="sng" algn="ctr">
                      <a:solidFill>
                        <a:srgbClr val="BEC0BB"/>
                      </a:solidFill>
                      <a:prstDash val="solid"/>
                      <a:round/>
                      <a:headEnd type="none" w="med" len="med"/>
                      <a:tailEnd type="none" w="med" len="med"/>
                    </a:lnB>
                  </a:tcPr>
                </a:tc>
                <a:tc>
                  <a:txBody>
                    <a:bodyPr/>
                    <a:lstStyle/>
                    <a:p>
                      <a:pPr indent="0" marL="0">
                        <a:lnSpc>
                          <a:spcPts val="1960"/>
                        </a:lnSpc>
                        <a:buNone/>
                      </a:pPr>
                      <a:r>
                        <a:rPr lang="en-US" sz="1400" dirty="0">
                          <a:solidFill>
                            <a:srgbClr val="14213D"/>
                          </a:solidFill>
                          <a:latin typeface="IBM Plex Sans" pitchFamily="34" charset="0"/>
                          <a:ea typeface="IBM Plex Sans" pitchFamily="34" charset="-122"/>
                          <a:cs typeface="IBM Plex Sans" pitchFamily="34" charset="-120"/>
                        </a:rPr>
                        <a:t>SPF ~all, sin DS</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BEC0BB"/>
                      </a:solidFill>
                      <a:prstDash val="solid"/>
                      <a:round/>
                      <a:headEnd type="none" w="med" len="med"/>
                      <a:tailEnd type="none" w="med" len="med"/>
                    </a:lnL>
                    <a:lnR w="12700" cap="flat" cmpd="sng" algn="ctr">
                      <a:solidFill>
                        <a:srgbClr val="BEC0BB"/>
                      </a:solidFill>
                      <a:prstDash val="solid"/>
                      <a:round/>
                      <a:headEnd type="none" w="med" len="med"/>
                      <a:tailEnd type="none" w="med" len="med"/>
                    </a:lnR>
                    <a:lnT w="12700" cap="flat" cmpd="sng" algn="ctr">
                      <a:solidFill>
                        <a:srgbClr val="BEC0BB"/>
                      </a:solidFill>
                      <a:prstDash val="solid"/>
                      <a:round/>
                      <a:headEnd type="none" w="med" len="med"/>
                      <a:tailEnd type="none" w="med" len="med"/>
                    </a:lnT>
                    <a:lnB w="12700" cap="flat" cmpd="sng" algn="ctr">
                      <a:solidFill>
                        <a:srgbClr val="BEC0BB"/>
                      </a:solidFill>
                      <a:prstDash val="solid"/>
                      <a:round/>
                      <a:headEnd type="none" w="med" len="med"/>
                      <a:tailEnd type="none" w="med" len="med"/>
                    </a:lnB>
                  </a:tcPr>
                </a:tc>
              </a:tr>
              <a:tr h="386011">
                <a:tc>
                  <a:txBody>
                    <a:bodyPr/>
                    <a:lstStyle/>
                    <a:p>
                      <a:pPr indent="0" marL="0">
                        <a:lnSpc>
                          <a:spcPts val="1960"/>
                        </a:lnSpc>
                        <a:buNone/>
                      </a:pPr>
                      <a:r>
                        <a:rPr lang="en-US" sz="1400" dirty="0">
                          <a:solidFill>
                            <a:srgbClr val="14213D"/>
                          </a:solidFill>
                          <a:latin typeface="IBM Plex Sans" pitchFamily="34" charset="0"/>
                          <a:ea typeface="IBM Plex Sans" pitchFamily="34" charset="-122"/>
                          <a:cs typeface="IBM Plex Sans" pitchFamily="34" charset="-120"/>
                        </a:rPr>
                        <a:t>mozilla.org</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BEC0BB"/>
                      </a:solidFill>
                      <a:prstDash val="solid"/>
                      <a:round/>
                      <a:headEnd type="none" w="med" len="med"/>
                      <a:tailEnd type="none" w="med" len="med"/>
                    </a:lnL>
                    <a:lnR w="12700" cap="flat" cmpd="sng" algn="ctr">
                      <a:solidFill>
                        <a:srgbClr val="BEC0BB"/>
                      </a:solidFill>
                      <a:prstDash val="solid"/>
                      <a:round/>
                      <a:headEnd type="none" w="med" len="med"/>
                      <a:tailEnd type="none" w="med" len="med"/>
                    </a:lnR>
                    <a:lnT w="12700" cap="flat" cmpd="sng" algn="ctr">
                      <a:solidFill>
                        <a:srgbClr val="BEC0BB"/>
                      </a:solidFill>
                      <a:prstDash val="solid"/>
                      <a:round/>
                      <a:headEnd type="none" w="med" len="med"/>
                      <a:tailEnd type="none" w="med" len="med"/>
                    </a:lnT>
                    <a:lnB w="12700" cap="flat" cmpd="sng" algn="ctr">
                      <a:solidFill>
                        <a:srgbClr val="BEC0BB"/>
                      </a:solidFill>
                      <a:prstDash val="solid"/>
                      <a:round/>
                      <a:headEnd type="none" w="med" len="med"/>
                      <a:tailEnd type="none" w="med" len="med"/>
                    </a:lnB>
                  </a:tcPr>
                </a:tc>
                <a:tc>
                  <a:txBody>
                    <a:bodyPr/>
                    <a:lstStyle/>
                    <a:p>
                      <a:pPr indent="0" marL="0">
                        <a:lnSpc>
                          <a:spcPts val="1960"/>
                        </a:lnSpc>
                        <a:buNone/>
                      </a:pPr>
                      <a:r>
                        <a:rPr lang="en-US" sz="1400" dirty="0">
                          <a:solidFill>
                            <a:srgbClr val="14213D"/>
                          </a:solidFill>
                          <a:latin typeface="IBM Plex Sans" pitchFamily="34" charset="0"/>
                          <a:ea typeface="IBM Plex Sans" pitchFamily="34" charset="-122"/>
                          <a:cs typeface="IBM Plex Sans" pitchFamily="34" charset="-120"/>
                        </a:rPr>
                        <a:t>10/12</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BEC0BB"/>
                      </a:solidFill>
                      <a:prstDash val="solid"/>
                      <a:round/>
                      <a:headEnd type="none" w="med" len="med"/>
                      <a:tailEnd type="none" w="med" len="med"/>
                    </a:lnL>
                    <a:lnR w="12700" cap="flat" cmpd="sng" algn="ctr">
                      <a:solidFill>
                        <a:srgbClr val="BEC0BB"/>
                      </a:solidFill>
                      <a:prstDash val="solid"/>
                      <a:round/>
                      <a:headEnd type="none" w="med" len="med"/>
                      <a:tailEnd type="none" w="med" len="med"/>
                    </a:lnR>
                    <a:lnT w="12700" cap="flat" cmpd="sng" algn="ctr">
                      <a:solidFill>
                        <a:srgbClr val="BEC0BB"/>
                      </a:solidFill>
                      <a:prstDash val="solid"/>
                      <a:round/>
                      <a:headEnd type="none" w="med" len="med"/>
                      <a:tailEnd type="none" w="med" len="med"/>
                    </a:lnT>
                    <a:lnB w="12700" cap="flat" cmpd="sng" algn="ctr">
                      <a:solidFill>
                        <a:srgbClr val="BEC0BB"/>
                      </a:solidFill>
                      <a:prstDash val="solid"/>
                      <a:round/>
                      <a:headEnd type="none" w="med" len="med"/>
                      <a:tailEnd type="none" w="med" len="med"/>
                    </a:lnB>
                  </a:tcPr>
                </a:tc>
                <a:tc>
                  <a:txBody>
                    <a:bodyPr/>
                    <a:lstStyle/>
                    <a:p>
                      <a:pPr indent="0" marL="0">
                        <a:lnSpc>
                          <a:spcPts val="1960"/>
                        </a:lnSpc>
                        <a:buNone/>
                      </a:pPr>
                      <a:r>
                        <a:rPr lang="en-US" sz="1400" dirty="0">
                          <a:solidFill>
                            <a:srgbClr val="14213D"/>
                          </a:solidFill>
                          <a:latin typeface="IBM Plex Sans" pitchFamily="34" charset="0"/>
                          <a:ea typeface="IBM Plex Sans" pitchFamily="34" charset="-122"/>
                          <a:cs typeface="IBM Plex Sans" pitchFamily="34" charset="-120"/>
                        </a:rPr>
                        <a:t>SPF ~all, sin DS</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BEC0BB"/>
                      </a:solidFill>
                      <a:prstDash val="solid"/>
                      <a:round/>
                      <a:headEnd type="none" w="med" len="med"/>
                      <a:tailEnd type="none" w="med" len="med"/>
                    </a:lnL>
                    <a:lnR w="12700" cap="flat" cmpd="sng" algn="ctr">
                      <a:solidFill>
                        <a:srgbClr val="BEC0BB"/>
                      </a:solidFill>
                      <a:prstDash val="solid"/>
                      <a:round/>
                      <a:headEnd type="none" w="med" len="med"/>
                      <a:tailEnd type="none" w="med" len="med"/>
                    </a:lnR>
                    <a:lnT w="12700" cap="flat" cmpd="sng" algn="ctr">
                      <a:solidFill>
                        <a:srgbClr val="BEC0BB"/>
                      </a:solidFill>
                      <a:prstDash val="solid"/>
                      <a:round/>
                      <a:headEnd type="none" w="med" len="med"/>
                      <a:tailEnd type="none" w="med" len="med"/>
                    </a:lnT>
                    <a:lnB w="12700" cap="flat" cmpd="sng" algn="ctr">
                      <a:solidFill>
                        <a:srgbClr val="BEC0BB"/>
                      </a:solidFill>
                      <a:prstDash val="solid"/>
                      <a:round/>
                      <a:headEnd type="none" w="med" len="med"/>
                      <a:tailEnd type="none" w="med" len="med"/>
                    </a:lnB>
                  </a:tcPr>
                </a:tc>
              </a:tr>
            </a:tbl>
          </a:graphicData>
        </a:graphic>
      </p:graphicFrame>
      <p:sp>
        <p:nvSpPr>
          <p:cNvPr id="5" name="Shape 2"/>
          <p:cNvSpPr/>
          <p:nvPr/>
        </p:nvSpPr>
        <p:spPr>
          <a:xfrm>
            <a:off x="7823200" y="1879550"/>
            <a:ext cx="3556000" cy="1606550"/>
          </a:xfrm>
          <a:prstGeom prst="roundRect">
            <a:avLst>
              <a:gd name="adj" fmla="val 6324"/>
            </a:avLst>
          </a:prstGeom>
          <a:solidFill>
            <a:srgbClr val="0C0C0C"/>
          </a:solidFill>
          <a:ln/>
        </p:spPr>
      </p:sp>
      <p:pic>
        <p:nvPicPr>
          <p:cNvPr id="6" name="Image 0" descr="Verificador del Laboratorio 6 con resultado 12 de 12 comprobaciones">    </p:cNvPr>
          <p:cNvPicPr>
            <a:picLocks noChangeAspect="1"/>
          </p:cNvPicPr>
          <p:nvPr/>
        </p:nvPicPr>
        <p:blipFill>
          <a:blip r:embed="rId1"/>
          <a:srcRect l="0" r="0" t="-91" b="-91"/>
          <a:stretch/>
        </p:blipFill>
        <p:spPr>
          <a:xfrm>
            <a:off x="7823200" y="1879550"/>
            <a:ext cx="3556000" cy="1606550"/>
          </a:xfrm>
          <a:prstGeom prst="roundRect">
            <a:avLst>
              <a:gd name="adj" fmla="val 6324"/>
            </a:avLst>
          </a:prstGeom>
        </p:spPr>
      </p:pic>
      <p:sp>
        <p:nvSpPr>
          <p:cNvPr id="7" name="Text 3"/>
          <p:cNvSpPr/>
          <p:nvPr/>
        </p:nvSpPr>
        <p:spPr>
          <a:xfrm>
            <a:off x="7823200" y="3587700"/>
            <a:ext cx="3662680"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IBM Plex Sans" pitchFamily="34" charset="0"/>
                <a:ea typeface="IBM Plex Sans" pitchFamily="34" charset="-122"/>
                <a:cs typeface="IBM Plex Sans" pitchFamily="34" charset="-120"/>
              </a:rPr>
              <a:t>Completamos 4 bloques: autoridad de cada NS, DMARC, CAA y DNSSEC (DS + bandera ad).</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BFBF8"/>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B04E1C"/>
                </a:solidFill>
                <a:latin typeface="IBM Plex Sans" pitchFamily="34" charset="0"/>
                <a:ea typeface="IBM Plex Sans" pitchFamily="34" charset="-122"/>
                <a:cs typeface="IBM Plex Sans" pitchFamily="34" charset="-120"/>
              </a:rPr>
              <a:t>LABORATORIOS 7 Y 8 · TOPOLOGÍA</a:t>
            </a:r>
            <a:endParaRPr lang="en-US" sz="1200" dirty="0"/>
          </a:p>
        </p:txBody>
      </p:sp>
      <p:sp>
        <p:nvSpPr>
          <p:cNvPr id="3" name="Text 1"/>
          <p:cNvSpPr/>
          <p:nvPr>
            <p:ph type="title"/>
          </p:nvPr>
        </p:nvSpPr>
        <p:spPr>
          <a:xfrm>
            <a:off x="812800" y="1127720"/>
            <a:ext cx="10883392" cy="47243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4213D"/>
                </a:solidFill>
                <a:latin typeface="IBM Plex Sans" pitchFamily="34" charset="0"/>
                <a:ea typeface="IBM Plex Sans" pitchFamily="34" charset="-122"/>
                <a:cs typeface="IBM Plex Sans" pitchFamily="34" charset="-120"/>
              </a:rPr>
              <a:t>Cuatro nodos en la red tw1-dns</a:t>
            </a:r>
            <a:endParaRPr lang="en-US" sz="3200" dirty="0"/>
          </a:p>
        </p:txBody>
      </p:sp>
      <p:sp>
        <p:nvSpPr>
          <p:cNvPr id="4" name="Shape 2"/>
          <p:cNvSpPr/>
          <p:nvPr/>
        </p:nvSpPr>
        <p:spPr>
          <a:xfrm>
            <a:off x="812800" y="1879550"/>
            <a:ext cx="10566400" cy="2324100"/>
          </a:xfrm>
          <a:prstGeom prst="rect">
            <a:avLst/>
          </a:prstGeom>
          <a:solidFill>
            <a:srgbClr val="FBFBF8"/>
          </a:solidFill>
          <a:ln/>
        </p:spPr>
      </p:sp>
      <p:pic>
        <p:nvPicPr>
          <p:cNvPr id="5" name="Image 0" descr="Topología: cliente pregunta al resolutor Unbound; el resolutor usa stub-zone hacia ns1 y ns2, que se sincronizan con NOTIFY y AXFR firmada con TSIG, y sale cifrado por DoT a 1.1.1.1 y 9.9.9.9">    </p:cNvPr>
          <p:cNvPicPr>
            <a:picLocks noChangeAspect="1"/>
          </p:cNvPicPr>
          <p:nvPr/>
        </p:nvPicPr>
        <p:blipFill>
          <a:blip r:embed="rId1"/>
          <a:srcRect l="0" r="0" t="-41" b="-41"/>
          <a:stretch/>
        </p:blipFill>
        <p:spPr>
          <a:xfrm>
            <a:off x="812800" y="1879550"/>
            <a:ext cx="10566400" cy="2324100"/>
          </a:xfrm>
          <a:prstGeom prst="rect">
            <a:avLst/>
          </a:prstGeom>
        </p:spPr>
      </p:pic>
      <p:sp>
        <p:nvSpPr>
          <p:cNvPr id="6" name="Text 3"/>
          <p:cNvSpPr/>
          <p:nvPr/>
        </p:nvSpPr>
        <p:spPr>
          <a:xfrm>
            <a:off x="812800" y="4508450"/>
            <a:ext cx="3505708" cy="52318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4A5568"/>
                </a:solidFill>
                <a:latin typeface="IBM Plex Sans" pitchFamily="34" charset="0"/>
                <a:ea typeface="IBM Plex Sans" pitchFamily="34" charset="-122"/>
                <a:cs typeface="IBM Plex Sans" pitchFamily="34" charset="-120"/>
              </a:rPr>
              <a:t>ns1 y ns2</a:t>
            </a:r>
            <a:r>
              <a:rPr lang="en-US" sz="1400" dirty="0">
                <a:solidFill>
                  <a:srgbClr val="4A5568"/>
                </a:solidFill>
                <a:latin typeface="IBM Plex Sans" pitchFamily="34" charset="0"/>
                <a:ea typeface="IBM Plex Sans" pitchFamily="34" charset="-122"/>
                <a:cs typeface="IBM Plex Sans" pitchFamily="34" charset="-120"/>
              </a:rPr>
              <a:t> guardan la verdad de horizonte.internal.</a:t>
            </a:r>
            <a:endParaRPr lang="en-US" sz="1400" dirty="0"/>
          </a:p>
        </p:txBody>
      </p:sp>
      <p:sp>
        <p:nvSpPr>
          <p:cNvPr id="7" name="Text 4"/>
          <p:cNvSpPr/>
          <p:nvPr/>
        </p:nvSpPr>
        <p:spPr>
          <a:xfrm>
            <a:off x="4394200" y="4508450"/>
            <a:ext cx="3505708" cy="52318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4A5568"/>
                </a:solidFill>
                <a:latin typeface="IBM Plex Sans" pitchFamily="34" charset="0"/>
                <a:ea typeface="IBM Plex Sans" pitchFamily="34" charset="-122"/>
                <a:cs typeface="IBM Plex Sans" pitchFamily="34" charset="-120"/>
              </a:rPr>
              <a:t>El resolutor</a:t>
            </a:r>
            <a:r>
              <a:rPr lang="en-US" sz="1400" dirty="0">
                <a:solidFill>
                  <a:srgbClr val="4A5568"/>
                </a:solidFill>
                <a:latin typeface="IBM Plex Sans" pitchFamily="34" charset="0"/>
                <a:ea typeface="IBM Plex Sans" pitchFamily="34" charset="-122"/>
                <a:cs typeface="IBM Plex Sans" pitchFamily="34" charset="-120"/>
              </a:rPr>
              <a:t> busca cualquier nombre por las PC.</a:t>
            </a:r>
            <a:endParaRPr lang="en-US" sz="1400" dirty="0"/>
          </a:p>
        </p:txBody>
      </p:sp>
      <p:sp>
        <p:nvSpPr>
          <p:cNvPr id="8" name="Text 5"/>
          <p:cNvSpPr/>
          <p:nvPr/>
        </p:nvSpPr>
        <p:spPr>
          <a:xfrm>
            <a:off x="7975600" y="4508450"/>
            <a:ext cx="3505708" cy="52318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4A5568"/>
                </a:solidFill>
                <a:latin typeface="IBM Plex Sans" pitchFamily="34" charset="0"/>
                <a:ea typeface="IBM Plex Sans" pitchFamily="34" charset="-122"/>
                <a:cs typeface="IBM Plex Sans" pitchFamily="34" charset="-120"/>
              </a:rPr>
              <a:t>El cliente</a:t>
            </a:r>
            <a:r>
              <a:rPr lang="en-US" sz="1400" dirty="0">
                <a:solidFill>
                  <a:srgbClr val="4A5568"/>
                </a:solidFill>
                <a:latin typeface="IBM Plex Sans" pitchFamily="34" charset="0"/>
                <a:ea typeface="IBM Plex Sans" pitchFamily="34" charset="-122"/>
                <a:cs typeface="IBM Plex Sans" pitchFamily="34" charset="-120"/>
              </a:rPr>
              <a:t> ya no necesita el archivo hosts.</a:t>
            </a:r>
            <a:endParaRPr lang="en-US" sz="14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EEF0EA"/>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B04E1C"/>
                </a:solidFill>
                <a:latin typeface="IBM Plex Sans" pitchFamily="34" charset="0"/>
                <a:ea typeface="IBM Plex Sans" pitchFamily="34" charset="-122"/>
                <a:cs typeface="IBM Plex Sans" pitchFamily="34" charset="-120"/>
              </a:rPr>
              <a:t>LABORATORIO 7 · ZONAS</a:t>
            </a:r>
            <a:endParaRPr lang="en-US" sz="1200" dirty="0"/>
          </a:p>
        </p:txBody>
      </p:sp>
      <p:sp>
        <p:nvSpPr>
          <p:cNvPr id="3" name="Text 1"/>
          <p:cNvSpPr/>
          <p:nvPr>
            <p:ph type="title"/>
          </p:nvPr>
        </p:nvSpPr>
        <p:spPr>
          <a:xfrm>
            <a:off x="812800" y="1127720"/>
            <a:ext cx="10883392" cy="47243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4213D"/>
                </a:solidFill>
                <a:latin typeface="IBM Plex Sans" pitchFamily="34" charset="0"/>
                <a:ea typeface="IBM Plex Sans" pitchFamily="34" charset="-122"/>
                <a:cs typeface="IBM Plex Sans" pitchFamily="34" charset="-120"/>
              </a:rPr>
              <a:t>Zona directa e inversa en ns1</a:t>
            </a:r>
            <a:endParaRPr lang="en-US" sz="3200" dirty="0"/>
          </a:p>
        </p:txBody>
      </p:sp>
      <p:sp>
        <p:nvSpPr>
          <p:cNvPr id="4" name="Shape 2"/>
          <p:cNvSpPr/>
          <p:nvPr/>
        </p:nvSpPr>
        <p:spPr>
          <a:xfrm>
            <a:off x="812800" y="1879550"/>
            <a:ext cx="5156200" cy="2102346"/>
          </a:xfrm>
          <a:prstGeom prst="roundRect">
            <a:avLst>
              <a:gd name="adj" fmla="val 4833"/>
            </a:avLst>
          </a:prstGeom>
          <a:solidFill>
            <a:srgbClr val="14213D"/>
          </a:solidFill>
          <a:ln/>
        </p:spPr>
      </p:sp>
      <p:sp>
        <p:nvSpPr>
          <p:cNvPr id="5" name="Text 3"/>
          <p:cNvSpPr/>
          <p:nvPr/>
        </p:nvSpPr>
        <p:spPr>
          <a:xfrm>
            <a:off x="1066800" y="2133550"/>
            <a:ext cx="4787646"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F0A070"/>
                </a:solidFill>
                <a:latin typeface="IBM Plex Sans" pitchFamily="34" charset="0"/>
                <a:ea typeface="IBM Plex Sans" pitchFamily="34" charset="-122"/>
                <a:cs typeface="IBM Plex Sans" pitchFamily="34" charset="-120"/>
              </a:rPr>
              <a:t>db.horizonte.internal</a:t>
            </a:r>
            <a:endParaRPr lang="en-US" sz="1200" dirty="0"/>
          </a:p>
        </p:txBody>
      </p:sp>
      <p:sp>
        <p:nvSpPr>
          <p:cNvPr id="6" name="Text 4"/>
          <p:cNvSpPr/>
          <p:nvPr/>
        </p:nvSpPr>
        <p:spPr>
          <a:xfrm>
            <a:off x="1066800" y="2448471"/>
            <a:ext cx="4787646" cy="1304826"/>
          </a:xfrm>
          <a:prstGeom prst="rect">
            <a:avLst/>
          </a:prstGeom>
          <a:noFill/>
          <a:ln/>
        </p:spPr>
        <p:txBody>
          <a:bodyPr wrap="square" lIns="0" tIns="0" rIns="0" bIns="0" rtlCol="0" anchor="t">
            <a:normAutofit/>
          </a:bodyPr>
          <a:lstStyle/>
          <a:p>
            <a:pPr algn="l" indent="0" marL="0">
              <a:lnSpc>
                <a:spcPts val="2015"/>
              </a:lnSpc>
              <a:buNone/>
            </a:pPr>
            <a:r>
              <a:rPr lang="en-US" sz="1300" dirty="0">
                <a:solidFill>
                  <a:srgbClr val="F7F6F2"/>
                </a:solidFill>
                <a:latin typeface="JetBrains Mono" pitchFamily="49" charset="0"/>
                <a:ea typeface="JetBrains Mono" pitchFamily="49" charset="-122"/>
                <a:cs typeface="JetBrains Mono" pitchFamily="49" charset="-120"/>
              </a:rPr>
              <a:t>portal IN CNAME www</a:t>
            </a:r>
            <a:endParaRPr lang="en-US" sz="1300" dirty="0"/>
          </a:p>
          <a:p>
            <a:pPr algn="l" indent="0" marL="0">
              <a:lnSpc>
                <a:spcPts val="2015"/>
              </a:lnSpc>
              <a:buNone/>
            </a:pPr>
            <a:r>
              <a:rPr lang="en-US" sz="1300" dirty="0">
                <a:solidFill>
                  <a:srgbClr val="F7F6F2"/>
                </a:solidFill>
                <a:latin typeface="JetBrains Mono" pitchFamily="49" charset="0"/>
                <a:ea typeface="JetBrains Mono" pitchFamily="49" charset="-122"/>
                <a:cs typeface="JetBrains Mono" pitchFamily="49" charset="-120"/>
              </a:rPr>
              <a:t>@ IN MX 10 mail</a:t>
            </a:r>
            <a:endParaRPr lang="en-US" sz="1300" dirty="0"/>
          </a:p>
          <a:p>
            <a:pPr algn="l" indent="0" marL="0">
              <a:lnSpc>
                <a:spcPts val="2015"/>
              </a:lnSpc>
              <a:buNone/>
            </a:pPr>
            <a:r>
              <a:rPr lang="en-US" sz="1300" dirty="0">
                <a:solidFill>
                  <a:srgbClr val="F7F6F2"/>
                </a:solidFill>
                <a:latin typeface="JetBrains Mono" pitchFamily="49" charset="0"/>
                <a:ea typeface="JetBrains Mono" pitchFamily="49" charset="-122"/>
                <a:cs typeface="JetBrains Mono" pitchFamily="49" charset="-120"/>
              </a:rPr>
              <a:t>mail IN A 10.10.10.25</a:t>
            </a:r>
            <a:endParaRPr lang="en-US" sz="1300" dirty="0"/>
          </a:p>
          <a:p>
            <a:pPr algn="l" indent="0" marL="0">
              <a:lnSpc>
                <a:spcPts val="2015"/>
              </a:lnSpc>
              <a:buNone/>
            </a:pPr>
            <a:r>
              <a:rPr lang="en-US" sz="1300" dirty="0">
                <a:solidFill>
                  <a:srgbClr val="F7F6F2"/>
                </a:solidFill>
                <a:latin typeface="JetBrains Mono" pitchFamily="49" charset="0"/>
                <a:ea typeface="JetBrains Mono" pitchFamily="49" charset="-122"/>
                <a:cs typeface="JetBrains Mono" pitchFamily="49" charset="-120"/>
              </a:rPr>
              <a:t>@ IN TXT "v=spf1 mx -all"</a:t>
            </a:r>
            <a:endParaRPr lang="en-US" sz="1300" dirty="0"/>
          </a:p>
          <a:p>
            <a:pPr algn="l" indent="0" marL="0">
              <a:lnSpc>
                <a:spcPts val="2015"/>
              </a:lnSpc>
              <a:buNone/>
            </a:pPr>
            <a:r>
              <a:rPr lang="en-US" sz="1300" dirty="0">
                <a:solidFill>
                  <a:srgbClr val="F7F6F2"/>
                </a:solidFill>
                <a:latin typeface="JetBrains Mono" pitchFamily="49" charset="0"/>
                <a:ea typeface="JetBrains Mono" pitchFamily="49" charset="-122"/>
                <a:cs typeface="JetBrains Mono" pitchFamily="49" charset="-120"/>
              </a:rPr>
              <a:t>@ IN CAA 0 issue "horizonte.internal"</a:t>
            </a:r>
            <a:endParaRPr lang="en-US" sz="1300" dirty="0"/>
          </a:p>
        </p:txBody>
      </p:sp>
      <p:sp>
        <p:nvSpPr>
          <p:cNvPr id="7" name="Shape 5"/>
          <p:cNvSpPr/>
          <p:nvPr/>
        </p:nvSpPr>
        <p:spPr>
          <a:xfrm>
            <a:off x="6223000" y="1879550"/>
            <a:ext cx="5156200" cy="2102346"/>
          </a:xfrm>
          <a:prstGeom prst="roundRect">
            <a:avLst>
              <a:gd name="adj" fmla="val 4833"/>
            </a:avLst>
          </a:prstGeom>
          <a:solidFill>
            <a:srgbClr val="14213D"/>
          </a:solidFill>
          <a:ln/>
        </p:spPr>
      </p:sp>
      <p:sp>
        <p:nvSpPr>
          <p:cNvPr id="8" name="Text 6"/>
          <p:cNvSpPr/>
          <p:nvPr/>
        </p:nvSpPr>
        <p:spPr>
          <a:xfrm>
            <a:off x="6477000" y="2133550"/>
            <a:ext cx="4787646"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F0A070"/>
                </a:solidFill>
                <a:latin typeface="IBM Plex Sans" pitchFamily="34" charset="0"/>
                <a:ea typeface="IBM Plex Sans" pitchFamily="34" charset="-122"/>
                <a:cs typeface="IBM Plex Sans" pitchFamily="34" charset="-120"/>
              </a:rPr>
              <a:t>db.10.10.10</a:t>
            </a:r>
            <a:endParaRPr lang="en-US" sz="1200" dirty="0"/>
          </a:p>
        </p:txBody>
      </p:sp>
      <p:sp>
        <p:nvSpPr>
          <p:cNvPr id="9" name="Text 7"/>
          <p:cNvSpPr/>
          <p:nvPr/>
        </p:nvSpPr>
        <p:spPr>
          <a:xfrm>
            <a:off x="6477000" y="2448471"/>
            <a:ext cx="4787646" cy="537170"/>
          </a:xfrm>
          <a:prstGeom prst="rect">
            <a:avLst/>
          </a:prstGeom>
          <a:noFill/>
          <a:ln/>
        </p:spPr>
        <p:txBody>
          <a:bodyPr wrap="square" lIns="0" tIns="0" rIns="0" bIns="0" rtlCol="0" anchor="t">
            <a:normAutofit/>
          </a:bodyPr>
          <a:lstStyle/>
          <a:p>
            <a:pPr algn="l" indent="0" marL="0">
              <a:lnSpc>
                <a:spcPts val="2015"/>
              </a:lnSpc>
              <a:buNone/>
            </a:pPr>
            <a:r>
              <a:rPr lang="en-US" sz="1300" dirty="0">
                <a:solidFill>
                  <a:srgbClr val="F7F6F2"/>
                </a:solidFill>
                <a:latin typeface="JetBrains Mono" pitchFamily="49" charset="0"/>
                <a:ea typeface="JetBrains Mono" pitchFamily="49" charset="-122"/>
                <a:cs typeface="JetBrains Mono" pitchFamily="49" charset="-120"/>
              </a:rPr>
              <a:t>20 IN PTR www.horizonte.internal.</a:t>
            </a:r>
            <a:endParaRPr lang="en-US" sz="1300" dirty="0"/>
          </a:p>
          <a:p>
            <a:pPr algn="l" indent="0" marL="0">
              <a:lnSpc>
                <a:spcPts val="2015"/>
              </a:lnSpc>
              <a:buNone/>
            </a:pPr>
            <a:r>
              <a:rPr lang="en-US" sz="1300" dirty="0">
                <a:solidFill>
                  <a:srgbClr val="F7F6F2"/>
                </a:solidFill>
                <a:latin typeface="JetBrains Mono" pitchFamily="49" charset="0"/>
                <a:ea typeface="JetBrains Mono" pitchFamily="49" charset="-122"/>
                <a:cs typeface="JetBrains Mono" pitchFamily="49" charset="-120"/>
              </a:rPr>
              <a:t>25 IN PTR mail.horizonte.internal.</a:t>
            </a:r>
            <a:endParaRPr lang="en-US" sz="1300" dirty="0"/>
          </a:p>
        </p:txBody>
      </p:sp>
      <p:sp>
        <p:nvSpPr>
          <p:cNvPr id="10" name="Text 8"/>
          <p:cNvSpPr/>
          <p:nvPr/>
        </p:nvSpPr>
        <p:spPr>
          <a:xfrm>
            <a:off x="812800" y="4286696"/>
            <a:ext cx="10883392" cy="577850"/>
          </a:xfrm>
          <a:prstGeom prst="rect">
            <a:avLst/>
          </a:prstGeom>
          <a:noFill/>
          <a:ln/>
        </p:spPr>
        <p:txBody>
          <a:bodyPr wrap="square" lIns="0" tIns="0" rIns="0" bIns="0" rtlCol="0" anchor="t">
            <a:normAutofit/>
          </a:bodyPr>
          <a:lstStyle/>
          <a:p>
            <a:pPr algn="l" indent="0" marL="0">
              <a:lnSpc>
                <a:spcPts val="2175"/>
              </a:lnSpc>
              <a:buNone/>
            </a:pPr>
            <a:r>
              <a:rPr lang="en-US" sz="1500" dirty="0">
                <a:solidFill>
                  <a:srgbClr val="4A5568"/>
                </a:solidFill>
                <a:latin typeface="IBM Plex Sans" pitchFamily="34" charset="0"/>
                <a:ea typeface="IBM Plex Sans" pitchFamily="34" charset="-122"/>
                <a:cs typeface="IBM Plex Sans" pitchFamily="34" charset="-120"/>
              </a:rPr>
              <a:t>Sin el punto final, BIND agrega el origen: un MX a </a:t>
            </a:r>
            <a:r>
              <a:rPr lang="en-US" sz="1500" b="1" dirty="0">
                <a:solidFill>
                  <a:srgbClr val="4A5568"/>
                </a:solidFill>
                <a:latin typeface="IBM Plex Sans" pitchFamily="34" charset="0"/>
                <a:ea typeface="IBM Plex Sans" pitchFamily="34" charset="-122"/>
                <a:cs typeface="IBM Plex Sans" pitchFamily="34" charset="-120"/>
              </a:rPr>
              <a:t>mail.horizonte.internal</a:t>
            </a:r>
            <a:r>
              <a:rPr lang="en-US" sz="1500" dirty="0">
                <a:solidFill>
                  <a:srgbClr val="4A5568"/>
                </a:solidFill>
                <a:latin typeface="IBM Plex Sans" pitchFamily="34" charset="0"/>
                <a:ea typeface="IBM Plex Sans" pitchFamily="34" charset="-122"/>
                <a:cs typeface="IBM Plex Sans" pitchFamily="34" charset="-120"/>
              </a:rPr>
              <a:t> se vuelve </a:t>
            </a:r>
            <a:r>
              <a:rPr lang="en-US" sz="1500" b="1" dirty="0">
                <a:solidFill>
                  <a:srgbClr val="4A5568"/>
                </a:solidFill>
                <a:latin typeface="IBM Plex Sans" pitchFamily="34" charset="0"/>
                <a:ea typeface="IBM Plex Sans" pitchFamily="34" charset="-122"/>
                <a:cs typeface="IBM Plex Sans" pitchFamily="34" charset="-120"/>
              </a:rPr>
              <a:t>mail.horizonte.internal.horizonte.internal</a:t>
            </a:r>
            <a:r>
              <a:rPr lang="en-US" sz="1500" dirty="0">
                <a:solidFill>
                  <a:srgbClr val="4A5568"/>
                </a:solidFill>
                <a:latin typeface="IBM Plex Sans" pitchFamily="34" charset="0"/>
                <a:ea typeface="IBM Plex Sans" pitchFamily="34" charset="-122"/>
                <a:cs typeface="IBM Plex Sans" pitchFamily="34" charset="-120"/>
              </a:rPr>
              <a:t>, y named-checkzone igual dice </a:t>
            </a:r>
            <a:r>
              <a:rPr lang="en-US" sz="1500" b="1" dirty="0">
                <a:solidFill>
                  <a:srgbClr val="4A5568"/>
                </a:solidFill>
                <a:latin typeface="IBM Plex Sans" pitchFamily="34" charset="0"/>
                <a:ea typeface="IBM Plex Sans" pitchFamily="34" charset="-122"/>
                <a:cs typeface="IBM Plex Sans" pitchFamily="34" charset="-120"/>
              </a:rPr>
              <a:t>OK</a:t>
            </a:r>
            <a:r>
              <a:rPr lang="en-US" sz="1500" dirty="0">
                <a:solidFill>
                  <a:srgbClr val="4A5568"/>
                </a:solidFill>
                <a:latin typeface="IBM Plex Sans" pitchFamily="34" charset="0"/>
                <a:ea typeface="IBM Plex Sans" pitchFamily="34" charset="-122"/>
                <a:cs typeface="IBM Plex Sans" pitchFamily="34" charset="-120"/>
              </a:rPr>
              <a:t>.</a:t>
            </a:r>
            <a:endParaRPr lang="en-US" sz="15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EEF0EA"/>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B04E1C"/>
                </a:solidFill>
                <a:latin typeface="IBM Plex Sans" pitchFamily="34" charset="0"/>
                <a:ea typeface="IBM Plex Sans" pitchFamily="34" charset="-122"/>
                <a:cs typeface="IBM Plex Sans" pitchFamily="34" charset="-120"/>
              </a:rPr>
              <a:t>LABORATORIO 7 · PRIMARIO SEGURO</a:t>
            </a:r>
            <a:endParaRPr lang="en-US" sz="1200" dirty="0"/>
          </a:p>
        </p:txBody>
      </p:sp>
      <p:sp>
        <p:nvSpPr>
          <p:cNvPr id="3" name="Text 1"/>
          <p:cNvSpPr/>
          <p:nvPr>
            <p:ph type="title"/>
          </p:nvPr>
        </p:nvSpPr>
        <p:spPr>
          <a:xfrm>
            <a:off x="812800" y="1127720"/>
            <a:ext cx="10883392" cy="47243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4213D"/>
                </a:solidFill>
                <a:latin typeface="IBM Plex Sans" pitchFamily="34" charset="0"/>
                <a:ea typeface="IBM Plex Sans" pitchFamily="34" charset="-122"/>
                <a:cs typeface="IBM Plex Sans" pitchFamily="34" charset="-120"/>
              </a:rPr>
              <a:t>Las consultas desde el cliente</a:t>
            </a:r>
            <a:endParaRPr lang="en-US" sz="32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892250"/>
          <a:ext cx="10553700" cy="2702074"/>
        </p:xfrm>
        <a:graphic>
          <a:graphicData uri="http://schemas.openxmlformats.org/drawingml/2006/table">
            <a:tbl>
              <a:tblPr/>
              <a:tblGrid>
                <a:gridCol w="4432554"/>
                <a:gridCol w="2743962"/>
                <a:gridCol w="3377184"/>
              </a:tblGrid>
              <a:tr h="386011">
                <a:tc>
                  <a:txBody>
                    <a:bodyPr/>
                    <a:lstStyle/>
                    <a:p>
                      <a:pPr indent="0" marL="0">
                        <a:lnSpc>
                          <a:spcPts val="1960"/>
                        </a:lnSpc>
                        <a:buNone/>
                      </a:pPr>
                      <a:r>
                        <a:rPr lang="en-US" sz="1400" b="1" dirty="0">
                          <a:solidFill>
                            <a:srgbClr val="14213D"/>
                          </a:solidFill>
                          <a:latin typeface="IBM Plex Sans" pitchFamily="34" charset="0"/>
                          <a:ea typeface="IBM Plex Sans" pitchFamily="34" charset="-122"/>
                          <a:cs typeface="IBM Plex Sans" pitchFamily="34" charset="-120"/>
                        </a:rPr>
                        <a:t>Consulta</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BEC0BB"/>
                      </a:solidFill>
                      <a:prstDash val="solid"/>
                      <a:round/>
                      <a:headEnd type="none" w="med" len="med"/>
                      <a:tailEnd type="none" w="med" len="med"/>
                    </a:lnL>
                    <a:lnR w="12700" cap="flat" cmpd="sng" algn="ctr">
                      <a:solidFill>
                        <a:srgbClr val="B1B2AD"/>
                      </a:solidFill>
                      <a:prstDash val="solid"/>
                      <a:round/>
                      <a:headEnd type="none" w="med" len="med"/>
                      <a:tailEnd type="none" w="med" len="med"/>
                    </a:lnR>
                    <a:lnT w="12700" cap="flat" cmpd="sng" algn="ctr">
                      <a:solidFill>
                        <a:srgbClr val="BEC0BB"/>
                      </a:solidFill>
                      <a:prstDash val="solid"/>
                      <a:round/>
                      <a:headEnd type="none" w="med" len="med"/>
                      <a:tailEnd type="none" w="med" len="med"/>
                    </a:lnT>
                    <a:lnB w="12700" cap="flat" cmpd="sng" algn="ctr">
                      <a:solidFill>
                        <a:srgbClr val="B1B2AD"/>
                      </a:solidFill>
                      <a:prstDash val="solid"/>
                      <a:round/>
                      <a:headEnd type="none" w="med" len="med"/>
                      <a:tailEnd type="none" w="med" len="med"/>
                    </a:lnB>
                    <a:solidFill>
                      <a:srgbClr val="DDDED9"/>
                    </a:solidFill>
                  </a:tcPr>
                </a:tc>
                <a:tc>
                  <a:txBody>
                    <a:bodyPr/>
                    <a:lstStyle/>
                    <a:p>
                      <a:pPr indent="0" marL="0">
                        <a:lnSpc>
                          <a:spcPts val="1960"/>
                        </a:lnSpc>
                        <a:buNone/>
                      </a:pPr>
                      <a:r>
                        <a:rPr lang="en-US" sz="1400" b="1" dirty="0">
                          <a:solidFill>
                            <a:srgbClr val="14213D"/>
                          </a:solidFill>
                          <a:latin typeface="IBM Plex Sans" pitchFamily="34" charset="0"/>
                          <a:ea typeface="IBM Plex Sans" pitchFamily="34" charset="-122"/>
                          <a:cs typeface="IBM Plex Sans" pitchFamily="34" charset="-120"/>
                        </a:rPr>
                        <a:t>Resultado</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B1B2AD"/>
                      </a:solidFill>
                      <a:prstDash val="solid"/>
                      <a:round/>
                      <a:headEnd type="none" w="med" len="med"/>
                      <a:tailEnd type="none" w="med" len="med"/>
                    </a:lnL>
                    <a:lnR w="12700" cap="flat" cmpd="sng" algn="ctr">
                      <a:solidFill>
                        <a:srgbClr val="B1B2AD"/>
                      </a:solidFill>
                      <a:prstDash val="solid"/>
                      <a:round/>
                      <a:headEnd type="none" w="med" len="med"/>
                      <a:tailEnd type="none" w="med" len="med"/>
                    </a:lnR>
                    <a:lnT w="12700" cap="flat" cmpd="sng" algn="ctr">
                      <a:solidFill>
                        <a:srgbClr val="BEC0BB"/>
                      </a:solidFill>
                      <a:prstDash val="solid"/>
                      <a:round/>
                      <a:headEnd type="none" w="med" len="med"/>
                      <a:tailEnd type="none" w="med" len="med"/>
                    </a:lnT>
                    <a:lnB w="12700" cap="flat" cmpd="sng" algn="ctr">
                      <a:solidFill>
                        <a:srgbClr val="B1B2AD"/>
                      </a:solidFill>
                      <a:prstDash val="solid"/>
                      <a:round/>
                      <a:headEnd type="none" w="med" len="med"/>
                      <a:tailEnd type="none" w="med" len="med"/>
                    </a:lnB>
                    <a:solidFill>
                      <a:srgbClr val="DDDED9"/>
                    </a:solidFill>
                  </a:tcPr>
                </a:tc>
                <a:tc>
                  <a:txBody>
                    <a:bodyPr/>
                    <a:lstStyle/>
                    <a:p>
                      <a:pPr indent="0" marL="0">
                        <a:lnSpc>
                          <a:spcPts val="1960"/>
                        </a:lnSpc>
                        <a:buNone/>
                      </a:pPr>
                      <a:r>
                        <a:rPr lang="en-US" sz="1400" b="1" dirty="0">
                          <a:solidFill>
                            <a:srgbClr val="14213D"/>
                          </a:solidFill>
                          <a:latin typeface="IBM Plex Sans" pitchFamily="34" charset="0"/>
                          <a:ea typeface="IBM Plex Sans" pitchFamily="34" charset="-122"/>
                          <a:cs typeface="IBM Plex Sans" pitchFamily="34" charset="-120"/>
                        </a:rPr>
                        <a:t>Qué demuestra</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B1B2AD"/>
                      </a:solidFill>
                      <a:prstDash val="solid"/>
                      <a:round/>
                      <a:headEnd type="none" w="med" len="med"/>
                      <a:tailEnd type="none" w="med" len="med"/>
                    </a:lnL>
                    <a:lnR w="12700" cap="flat" cmpd="sng" algn="ctr">
                      <a:solidFill>
                        <a:srgbClr val="B1B2AD"/>
                      </a:solidFill>
                      <a:prstDash val="solid"/>
                      <a:round/>
                      <a:headEnd type="none" w="med" len="med"/>
                      <a:tailEnd type="none" w="med" len="med"/>
                    </a:lnR>
                    <a:lnT w="12700" cap="flat" cmpd="sng" algn="ctr">
                      <a:solidFill>
                        <a:srgbClr val="BEC0BB"/>
                      </a:solidFill>
                      <a:prstDash val="solid"/>
                      <a:round/>
                      <a:headEnd type="none" w="med" len="med"/>
                      <a:tailEnd type="none" w="med" len="med"/>
                    </a:lnT>
                    <a:lnB w="12700" cap="flat" cmpd="sng" algn="ctr">
                      <a:solidFill>
                        <a:srgbClr val="B1B2AD"/>
                      </a:solidFill>
                      <a:prstDash val="solid"/>
                      <a:round/>
                      <a:headEnd type="none" w="med" len="med"/>
                      <a:tailEnd type="none" w="med" len="med"/>
                    </a:lnB>
                    <a:solidFill>
                      <a:srgbClr val="DDDED9"/>
                    </a:solidFill>
                  </a:tcPr>
                </a:tc>
              </a:tr>
              <a:tr h="386011">
                <a:tc>
                  <a:txBody>
                    <a:bodyPr/>
                    <a:lstStyle/>
                    <a:p>
                      <a:pPr indent="0" marL="0">
                        <a:lnSpc>
                          <a:spcPts val="1960"/>
                        </a:lnSpc>
                        <a:buNone/>
                      </a:pPr>
                      <a:r>
                        <a:rPr lang="en-US" sz="1400" dirty="0">
                          <a:solidFill>
                            <a:srgbClr val="14213D"/>
                          </a:solidFill>
                          <a:latin typeface="IBM Plex Sans" pitchFamily="34" charset="0"/>
                          <a:ea typeface="IBM Plex Sans" pitchFamily="34" charset="-122"/>
                          <a:cs typeface="IBM Plex Sans" pitchFamily="34" charset="-120"/>
                        </a:rPr>
                        <a:t>@ns1 www.horizonte.internal</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BEC0BB"/>
                      </a:solidFill>
                      <a:prstDash val="solid"/>
                      <a:round/>
                      <a:headEnd type="none" w="med" len="med"/>
                      <a:tailEnd type="none" w="med" len="med"/>
                    </a:lnL>
                    <a:lnR w="12700" cap="flat" cmpd="sng" algn="ctr">
                      <a:solidFill>
                        <a:srgbClr val="BEC0BB"/>
                      </a:solidFill>
                      <a:prstDash val="solid"/>
                      <a:round/>
                      <a:headEnd type="none" w="med" len="med"/>
                      <a:tailEnd type="none" w="med" len="med"/>
                    </a:lnR>
                    <a:lnT w="12700" cap="flat" cmpd="sng" algn="ctr">
                      <a:solidFill>
                        <a:srgbClr val="B1B2AD"/>
                      </a:solidFill>
                      <a:prstDash val="solid"/>
                      <a:round/>
                      <a:headEnd type="none" w="med" len="med"/>
                      <a:tailEnd type="none" w="med" len="med"/>
                    </a:lnT>
                    <a:lnB w="12700" cap="flat" cmpd="sng" algn="ctr">
                      <a:solidFill>
                        <a:srgbClr val="BEC0BB"/>
                      </a:solidFill>
                      <a:prstDash val="solid"/>
                      <a:round/>
                      <a:headEnd type="none" w="med" len="med"/>
                      <a:tailEnd type="none" w="med" len="med"/>
                    </a:lnB>
                  </a:tcPr>
                </a:tc>
                <a:tc>
                  <a:txBody>
                    <a:bodyPr/>
                    <a:lstStyle/>
                    <a:p>
                      <a:pPr indent="0" marL="0">
                        <a:lnSpc>
                          <a:spcPts val="1960"/>
                        </a:lnSpc>
                        <a:buNone/>
                      </a:pPr>
                      <a:r>
                        <a:rPr lang="en-US" sz="1400" dirty="0">
                          <a:solidFill>
                            <a:srgbClr val="14213D"/>
                          </a:solidFill>
                          <a:latin typeface="IBM Plex Sans" pitchFamily="34" charset="0"/>
                          <a:ea typeface="IBM Plex Sans" pitchFamily="34" charset="-122"/>
                          <a:cs typeface="IBM Plex Sans" pitchFamily="34" charset="-120"/>
                        </a:rPr>
                        <a:t>aa · 10.10.10.20</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BEC0BB"/>
                      </a:solidFill>
                      <a:prstDash val="solid"/>
                      <a:round/>
                      <a:headEnd type="none" w="med" len="med"/>
                      <a:tailEnd type="none" w="med" len="med"/>
                    </a:lnL>
                    <a:lnR w="12700" cap="flat" cmpd="sng" algn="ctr">
                      <a:solidFill>
                        <a:srgbClr val="BEC0BB"/>
                      </a:solidFill>
                      <a:prstDash val="solid"/>
                      <a:round/>
                      <a:headEnd type="none" w="med" len="med"/>
                      <a:tailEnd type="none" w="med" len="med"/>
                    </a:lnR>
                    <a:lnT w="12700" cap="flat" cmpd="sng" algn="ctr">
                      <a:solidFill>
                        <a:srgbClr val="B1B2AD"/>
                      </a:solidFill>
                      <a:prstDash val="solid"/>
                      <a:round/>
                      <a:headEnd type="none" w="med" len="med"/>
                      <a:tailEnd type="none" w="med" len="med"/>
                    </a:lnT>
                    <a:lnB w="12700" cap="flat" cmpd="sng" algn="ctr">
                      <a:solidFill>
                        <a:srgbClr val="BEC0BB"/>
                      </a:solidFill>
                      <a:prstDash val="solid"/>
                      <a:round/>
                      <a:headEnd type="none" w="med" len="med"/>
                      <a:tailEnd type="none" w="med" len="med"/>
                    </a:lnB>
                  </a:tcPr>
                </a:tc>
                <a:tc>
                  <a:txBody>
                    <a:bodyPr/>
                    <a:lstStyle/>
                    <a:p>
                      <a:pPr indent="0" marL="0">
                        <a:lnSpc>
                          <a:spcPts val="1960"/>
                        </a:lnSpc>
                        <a:buNone/>
                      </a:pPr>
                      <a:r>
                        <a:rPr lang="en-US" sz="1400" dirty="0">
                          <a:solidFill>
                            <a:srgbClr val="14213D"/>
                          </a:solidFill>
                          <a:latin typeface="IBM Plex Sans" pitchFamily="34" charset="0"/>
                          <a:ea typeface="IBM Plex Sans" pitchFamily="34" charset="-122"/>
                          <a:cs typeface="IBM Plex Sans" pitchFamily="34" charset="-120"/>
                        </a:rPr>
                        <a:t>Responde con autoridad</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BEC0BB"/>
                      </a:solidFill>
                      <a:prstDash val="solid"/>
                      <a:round/>
                      <a:headEnd type="none" w="med" len="med"/>
                      <a:tailEnd type="none" w="med" len="med"/>
                    </a:lnL>
                    <a:lnR w="12700" cap="flat" cmpd="sng" algn="ctr">
                      <a:solidFill>
                        <a:srgbClr val="BEC0BB"/>
                      </a:solidFill>
                      <a:prstDash val="solid"/>
                      <a:round/>
                      <a:headEnd type="none" w="med" len="med"/>
                      <a:tailEnd type="none" w="med" len="med"/>
                    </a:lnR>
                    <a:lnT w="12700" cap="flat" cmpd="sng" algn="ctr">
                      <a:solidFill>
                        <a:srgbClr val="B1B2AD"/>
                      </a:solidFill>
                      <a:prstDash val="solid"/>
                      <a:round/>
                      <a:headEnd type="none" w="med" len="med"/>
                      <a:tailEnd type="none" w="med" len="med"/>
                    </a:lnT>
                    <a:lnB w="12700" cap="flat" cmpd="sng" algn="ctr">
                      <a:solidFill>
                        <a:srgbClr val="BEC0BB"/>
                      </a:solidFill>
                      <a:prstDash val="solid"/>
                      <a:round/>
                      <a:headEnd type="none" w="med" len="med"/>
                      <a:tailEnd type="none" w="med" len="med"/>
                    </a:lnB>
                  </a:tcPr>
                </a:tc>
              </a:tr>
              <a:tr h="386011">
                <a:tc>
                  <a:txBody>
                    <a:bodyPr/>
                    <a:lstStyle/>
                    <a:p>
                      <a:pPr indent="0" marL="0">
                        <a:lnSpc>
                          <a:spcPts val="1960"/>
                        </a:lnSpc>
                        <a:buNone/>
                      </a:pPr>
                      <a:r>
                        <a:rPr lang="en-US" sz="1400" dirty="0">
                          <a:solidFill>
                            <a:srgbClr val="14213D"/>
                          </a:solidFill>
                          <a:latin typeface="IBM Plex Sans" pitchFamily="34" charset="0"/>
                          <a:ea typeface="IBM Plex Sans" pitchFamily="34" charset="-122"/>
                          <a:cs typeface="IBM Plex Sans" pitchFamily="34" charset="-120"/>
                        </a:rPr>
                        <a:t>@ns2 portal.horizonte.internal</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BEC0BB"/>
                      </a:solidFill>
                      <a:prstDash val="solid"/>
                      <a:round/>
                      <a:headEnd type="none" w="med" len="med"/>
                      <a:tailEnd type="none" w="med" len="med"/>
                    </a:lnL>
                    <a:lnR w="12700" cap="flat" cmpd="sng" algn="ctr">
                      <a:solidFill>
                        <a:srgbClr val="BEC0BB"/>
                      </a:solidFill>
                      <a:prstDash val="solid"/>
                      <a:round/>
                      <a:headEnd type="none" w="med" len="med"/>
                      <a:tailEnd type="none" w="med" len="med"/>
                    </a:lnR>
                    <a:lnT w="12700" cap="flat" cmpd="sng" algn="ctr">
                      <a:solidFill>
                        <a:srgbClr val="BEC0BB"/>
                      </a:solidFill>
                      <a:prstDash val="solid"/>
                      <a:round/>
                      <a:headEnd type="none" w="med" len="med"/>
                      <a:tailEnd type="none" w="med" len="med"/>
                    </a:lnT>
                    <a:lnB w="12700" cap="flat" cmpd="sng" algn="ctr">
                      <a:solidFill>
                        <a:srgbClr val="BEC0BB"/>
                      </a:solidFill>
                      <a:prstDash val="solid"/>
                      <a:round/>
                      <a:headEnd type="none" w="med" len="med"/>
                      <a:tailEnd type="none" w="med" len="med"/>
                    </a:lnB>
                  </a:tcPr>
                </a:tc>
                <a:tc>
                  <a:txBody>
                    <a:bodyPr/>
                    <a:lstStyle/>
                    <a:p>
                      <a:pPr indent="0" marL="0">
                        <a:lnSpc>
                          <a:spcPts val="1960"/>
                        </a:lnSpc>
                        <a:buNone/>
                      </a:pPr>
                      <a:r>
                        <a:rPr lang="en-US" sz="1400" dirty="0">
                          <a:solidFill>
                            <a:srgbClr val="14213D"/>
                          </a:solidFill>
                          <a:latin typeface="IBM Plex Sans" pitchFamily="34" charset="0"/>
                          <a:ea typeface="IBM Plex Sans" pitchFamily="34" charset="-122"/>
                          <a:cs typeface="IBM Plex Sans" pitchFamily="34" charset="-120"/>
                        </a:rPr>
                        <a:t>aa · CNAME → www</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BEC0BB"/>
                      </a:solidFill>
                      <a:prstDash val="solid"/>
                      <a:round/>
                      <a:headEnd type="none" w="med" len="med"/>
                      <a:tailEnd type="none" w="med" len="med"/>
                    </a:lnL>
                    <a:lnR w="12700" cap="flat" cmpd="sng" algn="ctr">
                      <a:solidFill>
                        <a:srgbClr val="BEC0BB"/>
                      </a:solidFill>
                      <a:prstDash val="solid"/>
                      <a:round/>
                      <a:headEnd type="none" w="med" len="med"/>
                      <a:tailEnd type="none" w="med" len="med"/>
                    </a:lnR>
                    <a:lnT w="12700" cap="flat" cmpd="sng" algn="ctr">
                      <a:solidFill>
                        <a:srgbClr val="BEC0BB"/>
                      </a:solidFill>
                      <a:prstDash val="solid"/>
                      <a:round/>
                      <a:headEnd type="none" w="med" len="med"/>
                      <a:tailEnd type="none" w="med" len="med"/>
                    </a:lnT>
                    <a:lnB w="12700" cap="flat" cmpd="sng" algn="ctr">
                      <a:solidFill>
                        <a:srgbClr val="BEC0BB"/>
                      </a:solidFill>
                      <a:prstDash val="solid"/>
                      <a:round/>
                      <a:headEnd type="none" w="med" len="med"/>
                      <a:tailEnd type="none" w="med" len="med"/>
                    </a:lnB>
                  </a:tcPr>
                </a:tc>
                <a:tc>
                  <a:txBody>
                    <a:bodyPr/>
                    <a:lstStyle/>
                    <a:p>
                      <a:pPr indent="0" marL="0">
                        <a:lnSpc>
                          <a:spcPts val="1960"/>
                        </a:lnSpc>
                        <a:buNone/>
                      </a:pPr>
                      <a:r>
                        <a:rPr lang="en-US" sz="1400" dirty="0">
                          <a:solidFill>
                            <a:srgbClr val="14213D"/>
                          </a:solidFill>
                          <a:latin typeface="IBM Plex Sans" pitchFamily="34" charset="0"/>
                          <a:ea typeface="IBM Plex Sans" pitchFamily="34" charset="-122"/>
                          <a:cs typeface="IBM Plex Sans" pitchFamily="34" charset="-120"/>
                        </a:rPr>
                        <a:t>ns2 tiene la copia</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BEC0BB"/>
                      </a:solidFill>
                      <a:prstDash val="solid"/>
                      <a:round/>
                      <a:headEnd type="none" w="med" len="med"/>
                      <a:tailEnd type="none" w="med" len="med"/>
                    </a:lnL>
                    <a:lnR w="12700" cap="flat" cmpd="sng" algn="ctr">
                      <a:solidFill>
                        <a:srgbClr val="BEC0BB"/>
                      </a:solidFill>
                      <a:prstDash val="solid"/>
                      <a:round/>
                      <a:headEnd type="none" w="med" len="med"/>
                      <a:tailEnd type="none" w="med" len="med"/>
                    </a:lnR>
                    <a:lnT w="12700" cap="flat" cmpd="sng" algn="ctr">
                      <a:solidFill>
                        <a:srgbClr val="BEC0BB"/>
                      </a:solidFill>
                      <a:prstDash val="solid"/>
                      <a:round/>
                      <a:headEnd type="none" w="med" len="med"/>
                      <a:tailEnd type="none" w="med" len="med"/>
                    </a:lnT>
                    <a:lnB w="12700" cap="flat" cmpd="sng" algn="ctr">
                      <a:solidFill>
                        <a:srgbClr val="BEC0BB"/>
                      </a:solidFill>
                      <a:prstDash val="solid"/>
                      <a:round/>
                      <a:headEnd type="none" w="med" len="med"/>
                      <a:tailEnd type="none" w="med" len="med"/>
                    </a:lnB>
                  </a:tcPr>
                </a:tc>
              </a:tr>
              <a:tr h="386011">
                <a:tc>
                  <a:txBody>
                    <a:bodyPr/>
                    <a:lstStyle/>
                    <a:p>
                      <a:pPr indent="0" marL="0">
                        <a:lnSpc>
                          <a:spcPts val="1960"/>
                        </a:lnSpc>
                        <a:buNone/>
                      </a:pPr>
                      <a:r>
                        <a:rPr lang="en-US" sz="1400" dirty="0">
                          <a:solidFill>
                            <a:srgbClr val="14213D"/>
                          </a:solidFill>
                          <a:latin typeface="IBM Plex Sans" pitchFamily="34" charset="0"/>
                          <a:ea typeface="IBM Plex Sans" pitchFamily="34" charset="-122"/>
                          <a:cs typeface="IBM Plex Sans" pitchFamily="34" charset="-120"/>
                        </a:rPr>
                        <a:t>@ns1 google.com</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BEC0BB"/>
                      </a:solidFill>
                      <a:prstDash val="solid"/>
                      <a:round/>
                      <a:headEnd type="none" w="med" len="med"/>
                      <a:tailEnd type="none" w="med" len="med"/>
                    </a:lnL>
                    <a:lnR w="12700" cap="flat" cmpd="sng" algn="ctr">
                      <a:solidFill>
                        <a:srgbClr val="BEC0BB"/>
                      </a:solidFill>
                      <a:prstDash val="solid"/>
                      <a:round/>
                      <a:headEnd type="none" w="med" len="med"/>
                      <a:tailEnd type="none" w="med" len="med"/>
                    </a:lnR>
                    <a:lnT w="12700" cap="flat" cmpd="sng" algn="ctr">
                      <a:solidFill>
                        <a:srgbClr val="BEC0BB"/>
                      </a:solidFill>
                      <a:prstDash val="solid"/>
                      <a:round/>
                      <a:headEnd type="none" w="med" len="med"/>
                      <a:tailEnd type="none" w="med" len="med"/>
                    </a:lnT>
                    <a:lnB w="12700" cap="flat" cmpd="sng" algn="ctr">
                      <a:solidFill>
                        <a:srgbClr val="BEC0BB"/>
                      </a:solidFill>
                      <a:prstDash val="solid"/>
                      <a:round/>
                      <a:headEnd type="none" w="med" len="med"/>
                      <a:tailEnd type="none" w="med" len="med"/>
                    </a:lnB>
                  </a:tcPr>
                </a:tc>
                <a:tc>
                  <a:txBody>
                    <a:bodyPr/>
                    <a:lstStyle/>
                    <a:p>
                      <a:pPr indent="0" marL="0">
                        <a:lnSpc>
                          <a:spcPts val="1960"/>
                        </a:lnSpc>
                        <a:buNone/>
                      </a:pPr>
                      <a:r>
                        <a:rPr lang="en-US" sz="1400" dirty="0">
                          <a:solidFill>
                            <a:srgbClr val="14213D"/>
                          </a:solidFill>
                          <a:latin typeface="IBM Plex Sans" pitchFamily="34" charset="0"/>
                          <a:ea typeface="IBM Plex Sans" pitchFamily="34" charset="-122"/>
                          <a:cs typeface="IBM Plex Sans" pitchFamily="34" charset="-120"/>
                        </a:rPr>
                        <a:t>REFUSED</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BEC0BB"/>
                      </a:solidFill>
                      <a:prstDash val="solid"/>
                      <a:round/>
                      <a:headEnd type="none" w="med" len="med"/>
                      <a:tailEnd type="none" w="med" len="med"/>
                    </a:lnL>
                    <a:lnR w="12700" cap="flat" cmpd="sng" algn="ctr">
                      <a:solidFill>
                        <a:srgbClr val="BEC0BB"/>
                      </a:solidFill>
                      <a:prstDash val="solid"/>
                      <a:round/>
                      <a:headEnd type="none" w="med" len="med"/>
                      <a:tailEnd type="none" w="med" len="med"/>
                    </a:lnR>
                    <a:lnT w="12700" cap="flat" cmpd="sng" algn="ctr">
                      <a:solidFill>
                        <a:srgbClr val="BEC0BB"/>
                      </a:solidFill>
                      <a:prstDash val="solid"/>
                      <a:round/>
                      <a:headEnd type="none" w="med" len="med"/>
                      <a:tailEnd type="none" w="med" len="med"/>
                    </a:lnT>
                    <a:lnB w="12700" cap="flat" cmpd="sng" algn="ctr">
                      <a:solidFill>
                        <a:srgbClr val="BEC0BB"/>
                      </a:solidFill>
                      <a:prstDash val="solid"/>
                      <a:round/>
                      <a:headEnd type="none" w="med" len="med"/>
                      <a:tailEnd type="none" w="med" len="med"/>
                    </a:lnB>
                  </a:tcPr>
                </a:tc>
                <a:tc>
                  <a:txBody>
                    <a:bodyPr/>
                    <a:lstStyle/>
                    <a:p>
                      <a:pPr indent="0" marL="0">
                        <a:lnSpc>
                          <a:spcPts val="1960"/>
                        </a:lnSpc>
                        <a:buNone/>
                      </a:pPr>
                      <a:r>
                        <a:rPr lang="en-US" sz="1400" dirty="0">
                          <a:solidFill>
                            <a:srgbClr val="14213D"/>
                          </a:solidFill>
                          <a:latin typeface="IBM Plex Sans" pitchFamily="34" charset="0"/>
                          <a:ea typeface="IBM Plex Sans" pitchFamily="34" charset="-122"/>
                          <a:cs typeface="IBM Plex Sans" pitchFamily="34" charset="-120"/>
                        </a:rPr>
                        <a:t>recursion no</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BEC0BB"/>
                      </a:solidFill>
                      <a:prstDash val="solid"/>
                      <a:round/>
                      <a:headEnd type="none" w="med" len="med"/>
                      <a:tailEnd type="none" w="med" len="med"/>
                    </a:lnL>
                    <a:lnR w="12700" cap="flat" cmpd="sng" algn="ctr">
                      <a:solidFill>
                        <a:srgbClr val="BEC0BB"/>
                      </a:solidFill>
                      <a:prstDash val="solid"/>
                      <a:round/>
                      <a:headEnd type="none" w="med" len="med"/>
                      <a:tailEnd type="none" w="med" len="med"/>
                    </a:lnR>
                    <a:lnT w="12700" cap="flat" cmpd="sng" algn="ctr">
                      <a:solidFill>
                        <a:srgbClr val="BEC0BB"/>
                      </a:solidFill>
                      <a:prstDash val="solid"/>
                      <a:round/>
                      <a:headEnd type="none" w="med" len="med"/>
                      <a:tailEnd type="none" w="med" len="med"/>
                    </a:lnT>
                    <a:lnB w="12700" cap="flat" cmpd="sng" algn="ctr">
                      <a:solidFill>
                        <a:srgbClr val="BEC0BB"/>
                      </a:solidFill>
                      <a:prstDash val="solid"/>
                      <a:round/>
                      <a:headEnd type="none" w="med" len="med"/>
                      <a:tailEnd type="none" w="med" len="med"/>
                    </a:lnB>
                  </a:tcPr>
                </a:tc>
              </a:tr>
              <a:tr h="386011">
                <a:tc>
                  <a:txBody>
                    <a:bodyPr/>
                    <a:lstStyle/>
                    <a:p>
                      <a:pPr indent="0" marL="0">
                        <a:lnSpc>
                          <a:spcPts val="1960"/>
                        </a:lnSpc>
                        <a:buNone/>
                      </a:pPr>
                      <a:r>
                        <a:rPr lang="en-US" sz="1400" dirty="0">
                          <a:solidFill>
                            <a:srgbClr val="14213D"/>
                          </a:solidFill>
                          <a:latin typeface="IBM Plex Sans" pitchFamily="34" charset="0"/>
                          <a:ea typeface="IBM Plex Sans" pitchFamily="34" charset="-122"/>
                          <a:cs typeface="IBM Plex Sans" pitchFamily="34" charset="-120"/>
                        </a:rPr>
                        <a:t>@ns1 horizonte.internal AXFR</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BEC0BB"/>
                      </a:solidFill>
                      <a:prstDash val="solid"/>
                      <a:round/>
                      <a:headEnd type="none" w="med" len="med"/>
                      <a:tailEnd type="none" w="med" len="med"/>
                    </a:lnL>
                    <a:lnR w="12700" cap="flat" cmpd="sng" algn="ctr">
                      <a:solidFill>
                        <a:srgbClr val="BEC0BB"/>
                      </a:solidFill>
                      <a:prstDash val="solid"/>
                      <a:round/>
                      <a:headEnd type="none" w="med" len="med"/>
                      <a:tailEnd type="none" w="med" len="med"/>
                    </a:lnR>
                    <a:lnT w="12700" cap="flat" cmpd="sng" algn="ctr">
                      <a:solidFill>
                        <a:srgbClr val="BEC0BB"/>
                      </a:solidFill>
                      <a:prstDash val="solid"/>
                      <a:round/>
                      <a:headEnd type="none" w="med" len="med"/>
                      <a:tailEnd type="none" w="med" len="med"/>
                    </a:lnT>
                    <a:lnB w="12700" cap="flat" cmpd="sng" algn="ctr">
                      <a:solidFill>
                        <a:srgbClr val="BEC0BB"/>
                      </a:solidFill>
                      <a:prstDash val="solid"/>
                      <a:round/>
                      <a:headEnd type="none" w="med" len="med"/>
                      <a:tailEnd type="none" w="med" len="med"/>
                    </a:lnB>
                  </a:tcPr>
                </a:tc>
                <a:tc>
                  <a:txBody>
                    <a:bodyPr/>
                    <a:lstStyle/>
                    <a:p>
                      <a:pPr indent="0" marL="0">
                        <a:lnSpc>
                          <a:spcPts val="1960"/>
                        </a:lnSpc>
                        <a:buNone/>
                      </a:pPr>
                      <a:r>
                        <a:rPr lang="en-US" sz="1400" dirty="0">
                          <a:solidFill>
                            <a:srgbClr val="14213D"/>
                          </a:solidFill>
                          <a:latin typeface="IBM Plex Sans" pitchFamily="34" charset="0"/>
                          <a:ea typeface="IBM Plex Sans" pitchFamily="34" charset="-122"/>
                          <a:cs typeface="IBM Plex Sans" pitchFamily="34" charset="-120"/>
                        </a:rPr>
                        <a:t>Transfer failed</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BEC0BB"/>
                      </a:solidFill>
                      <a:prstDash val="solid"/>
                      <a:round/>
                      <a:headEnd type="none" w="med" len="med"/>
                      <a:tailEnd type="none" w="med" len="med"/>
                    </a:lnL>
                    <a:lnR w="12700" cap="flat" cmpd="sng" algn="ctr">
                      <a:solidFill>
                        <a:srgbClr val="BEC0BB"/>
                      </a:solidFill>
                      <a:prstDash val="solid"/>
                      <a:round/>
                      <a:headEnd type="none" w="med" len="med"/>
                      <a:tailEnd type="none" w="med" len="med"/>
                    </a:lnR>
                    <a:lnT w="12700" cap="flat" cmpd="sng" algn="ctr">
                      <a:solidFill>
                        <a:srgbClr val="BEC0BB"/>
                      </a:solidFill>
                      <a:prstDash val="solid"/>
                      <a:round/>
                      <a:headEnd type="none" w="med" len="med"/>
                      <a:tailEnd type="none" w="med" len="med"/>
                    </a:lnT>
                    <a:lnB w="12700" cap="flat" cmpd="sng" algn="ctr">
                      <a:solidFill>
                        <a:srgbClr val="BEC0BB"/>
                      </a:solidFill>
                      <a:prstDash val="solid"/>
                      <a:round/>
                      <a:headEnd type="none" w="med" len="med"/>
                      <a:tailEnd type="none" w="med" len="med"/>
                    </a:lnB>
                  </a:tcPr>
                </a:tc>
                <a:tc>
                  <a:txBody>
                    <a:bodyPr/>
                    <a:lstStyle/>
                    <a:p>
                      <a:pPr indent="0" marL="0">
                        <a:lnSpc>
                          <a:spcPts val="1960"/>
                        </a:lnSpc>
                        <a:buNone/>
                      </a:pPr>
                      <a:r>
                        <a:rPr lang="en-US" sz="1400" dirty="0">
                          <a:solidFill>
                            <a:srgbClr val="14213D"/>
                          </a:solidFill>
                          <a:latin typeface="IBM Plex Sans" pitchFamily="34" charset="0"/>
                          <a:ea typeface="IBM Plex Sans" pitchFamily="34" charset="-122"/>
                          <a:cs typeface="IBM Plex Sans" pitchFamily="34" charset="-120"/>
                        </a:rPr>
                        <a:t>Sin clave no hay copia</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BEC0BB"/>
                      </a:solidFill>
                      <a:prstDash val="solid"/>
                      <a:round/>
                      <a:headEnd type="none" w="med" len="med"/>
                      <a:tailEnd type="none" w="med" len="med"/>
                    </a:lnL>
                    <a:lnR w="12700" cap="flat" cmpd="sng" algn="ctr">
                      <a:solidFill>
                        <a:srgbClr val="BEC0BB"/>
                      </a:solidFill>
                      <a:prstDash val="solid"/>
                      <a:round/>
                      <a:headEnd type="none" w="med" len="med"/>
                      <a:tailEnd type="none" w="med" len="med"/>
                    </a:lnR>
                    <a:lnT w="12700" cap="flat" cmpd="sng" algn="ctr">
                      <a:solidFill>
                        <a:srgbClr val="BEC0BB"/>
                      </a:solidFill>
                      <a:prstDash val="solid"/>
                      <a:round/>
                      <a:headEnd type="none" w="med" len="med"/>
                      <a:tailEnd type="none" w="med" len="med"/>
                    </a:lnT>
                    <a:lnB w="12700" cap="flat" cmpd="sng" algn="ctr">
                      <a:solidFill>
                        <a:srgbClr val="BEC0BB"/>
                      </a:solidFill>
                      <a:prstDash val="solid"/>
                      <a:round/>
                      <a:headEnd type="none" w="med" len="med"/>
                      <a:tailEnd type="none" w="med" len="med"/>
                    </a:lnB>
                  </a:tcPr>
                </a:tc>
              </a:tr>
              <a:tr h="386011">
                <a:tc>
                  <a:txBody>
                    <a:bodyPr/>
                    <a:lstStyle/>
                    <a:p>
                      <a:pPr indent="0" marL="0">
                        <a:lnSpc>
                          <a:spcPts val="1960"/>
                        </a:lnSpc>
                        <a:buNone/>
                      </a:pPr>
                      <a:r>
                        <a:rPr lang="en-US" sz="1400" dirty="0">
                          <a:solidFill>
                            <a:srgbClr val="14213D"/>
                          </a:solidFill>
                          <a:latin typeface="IBM Plex Sans" pitchFamily="34" charset="0"/>
                          <a:ea typeface="IBM Plex Sans" pitchFamily="34" charset="-122"/>
                          <a:cs typeface="IBM Plex Sans" pitchFamily="34" charset="-120"/>
                        </a:rPr>
                        <a:t>-k transferencia.key … AXFR</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BEC0BB"/>
                      </a:solidFill>
                      <a:prstDash val="solid"/>
                      <a:round/>
                      <a:headEnd type="none" w="med" len="med"/>
                      <a:tailEnd type="none" w="med" len="med"/>
                    </a:lnL>
                    <a:lnR w="12700" cap="flat" cmpd="sng" algn="ctr">
                      <a:solidFill>
                        <a:srgbClr val="BEC0BB"/>
                      </a:solidFill>
                      <a:prstDash val="solid"/>
                      <a:round/>
                      <a:headEnd type="none" w="med" len="med"/>
                      <a:tailEnd type="none" w="med" len="med"/>
                    </a:lnR>
                    <a:lnT w="12700" cap="flat" cmpd="sng" algn="ctr">
                      <a:solidFill>
                        <a:srgbClr val="BEC0BB"/>
                      </a:solidFill>
                      <a:prstDash val="solid"/>
                      <a:round/>
                      <a:headEnd type="none" w="med" len="med"/>
                      <a:tailEnd type="none" w="med" len="med"/>
                    </a:lnT>
                    <a:lnB w="12700" cap="flat" cmpd="sng" algn="ctr">
                      <a:solidFill>
                        <a:srgbClr val="BEC0BB"/>
                      </a:solidFill>
                      <a:prstDash val="solid"/>
                      <a:round/>
                      <a:headEnd type="none" w="med" len="med"/>
                      <a:tailEnd type="none" w="med" len="med"/>
                    </a:lnB>
                  </a:tcPr>
                </a:tc>
                <a:tc>
                  <a:txBody>
                    <a:bodyPr/>
                    <a:lstStyle/>
                    <a:p>
                      <a:pPr indent="0" marL="0">
                        <a:lnSpc>
                          <a:spcPts val="1960"/>
                        </a:lnSpc>
                        <a:buNone/>
                      </a:pPr>
                      <a:r>
                        <a:rPr lang="en-US" sz="1400" dirty="0">
                          <a:solidFill>
                            <a:srgbClr val="14213D"/>
                          </a:solidFill>
                          <a:latin typeface="IBM Plex Sans" pitchFamily="34" charset="0"/>
                          <a:ea typeface="IBM Plex Sans" pitchFamily="34" charset="-122"/>
                          <a:cs typeface="IBM Plex Sans" pitchFamily="34" charset="-120"/>
                        </a:rPr>
                        <a:t>Zona completa</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BEC0BB"/>
                      </a:solidFill>
                      <a:prstDash val="solid"/>
                      <a:round/>
                      <a:headEnd type="none" w="med" len="med"/>
                      <a:tailEnd type="none" w="med" len="med"/>
                    </a:lnL>
                    <a:lnR w="12700" cap="flat" cmpd="sng" algn="ctr">
                      <a:solidFill>
                        <a:srgbClr val="BEC0BB"/>
                      </a:solidFill>
                      <a:prstDash val="solid"/>
                      <a:round/>
                      <a:headEnd type="none" w="med" len="med"/>
                      <a:tailEnd type="none" w="med" len="med"/>
                    </a:lnR>
                    <a:lnT w="12700" cap="flat" cmpd="sng" algn="ctr">
                      <a:solidFill>
                        <a:srgbClr val="BEC0BB"/>
                      </a:solidFill>
                      <a:prstDash val="solid"/>
                      <a:round/>
                      <a:headEnd type="none" w="med" len="med"/>
                      <a:tailEnd type="none" w="med" len="med"/>
                    </a:lnT>
                    <a:lnB w="12700" cap="flat" cmpd="sng" algn="ctr">
                      <a:solidFill>
                        <a:srgbClr val="BEC0BB"/>
                      </a:solidFill>
                      <a:prstDash val="solid"/>
                      <a:round/>
                      <a:headEnd type="none" w="med" len="med"/>
                      <a:tailEnd type="none" w="med" len="med"/>
                    </a:lnB>
                  </a:tcPr>
                </a:tc>
                <a:tc>
                  <a:txBody>
                    <a:bodyPr/>
                    <a:lstStyle/>
                    <a:p>
                      <a:pPr indent="0" marL="0">
                        <a:lnSpc>
                          <a:spcPts val="1960"/>
                        </a:lnSpc>
                        <a:buNone/>
                      </a:pPr>
                      <a:r>
                        <a:rPr lang="en-US" sz="1400" dirty="0">
                          <a:solidFill>
                            <a:srgbClr val="14213D"/>
                          </a:solidFill>
                          <a:latin typeface="IBM Plex Sans" pitchFamily="34" charset="0"/>
                          <a:ea typeface="IBM Plex Sans" pitchFamily="34" charset="-122"/>
                          <a:cs typeface="IBM Plex Sans" pitchFamily="34" charset="-120"/>
                        </a:rPr>
                        <a:t>Con TSIG sí</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BEC0BB"/>
                      </a:solidFill>
                      <a:prstDash val="solid"/>
                      <a:round/>
                      <a:headEnd type="none" w="med" len="med"/>
                      <a:tailEnd type="none" w="med" len="med"/>
                    </a:lnL>
                    <a:lnR w="12700" cap="flat" cmpd="sng" algn="ctr">
                      <a:solidFill>
                        <a:srgbClr val="BEC0BB"/>
                      </a:solidFill>
                      <a:prstDash val="solid"/>
                      <a:round/>
                      <a:headEnd type="none" w="med" len="med"/>
                      <a:tailEnd type="none" w="med" len="med"/>
                    </a:lnR>
                    <a:lnT w="12700" cap="flat" cmpd="sng" algn="ctr">
                      <a:solidFill>
                        <a:srgbClr val="BEC0BB"/>
                      </a:solidFill>
                      <a:prstDash val="solid"/>
                      <a:round/>
                      <a:headEnd type="none" w="med" len="med"/>
                      <a:tailEnd type="none" w="med" len="med"/>
                    </a:lnT>
                    <a:lnB w="12700" cap="flat" cmpd="sng" algn="ctr">
                      <a:solidFill>
                        <a:srgbClr val="BEC0BB"/>
                      </a:solidFill>
                      <a:prstDash val="solid"/>
                      <a:round/>
                      <a:headEnd type="none" w="med" len="med"/>
                      <a:tailEnd type="none" w="med" len="med"/>
                    </a:lnB>
                  </a:tcPr>
                </a:tc>
              </a:tr>
              <a:tr h="386011">
                <a:tc>
                  <a:txBody>
                    <a:bodyPr/>
                    <a:lstStyle/>
                    <a:p>
                      <a:pPr indent="0" marL="0">
                        <a:lnSpc>
                          <a:spcPts val="1960"/>
                        </a:lnSpc>
                        <a:buNone/>
                      </a:pPr>
                      <a:r>
                        <a:rPr lang="en-US" sz="1400" dirty="0">
                          <a:solidFill>
                            <a:srgbClr val="14213D"/>
                          </a:solidFill>
                          <a:latin typeface="IBM Plex Sans" pitchFamily="34" charset="0"/>
                          <a:ea typeface="IBM Plex Sans" pitchFamily="34" charset="-122"/>
                          <a:cs typeface="IBM Plex Sans" pitchFamily="34" charset="-120"/>
                        </a:rPr>
                        <a:t>@ns1 CH TXT version.bind</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BEC0BB"/>
                      </a:solidFill>
                      <a:prstDash val="solid"/>
                      <a:round/>
                      <a:headEnd type="none" w="med" len="med"/>
                      <a:tailEnd type="none" w="med" len="med"/>
                    </a:lnL>
                    <a:lnR w="12700" cap="flat" cmpd="sng" algn="ctr">
                      <a:solidFill>
                        <a:srgbClr val="BEC0BB"/>
                      </a:solidFill>
                      <a:prstDash val="solid"/>
                      <a:round/>
                      <a:headEnd type="none" w="med" len="med"/>
                      <a:tailEnd type="none" w="med" len="med"/>
                    </a:lnR>
                    <a:lnT w="12700" cap="flat" cmpd="sng" algn="ctr">
                      <a:solidFill>
                        <a:srgbClr val="BEC0BB"/>
                      </a:solidFill>
                      <a:prstDash val="solid"/>
                      <a:round/>
                      <a:headEnd type="none" w="med" len="med"/>
                      <a:tailEnd type="none" w="med" len="med"/>
                    </a:lnT>
                    <a:lnB w="12700" cap="flat" cmpd="sng" algn="ctr">
                      <a:solidFill>
                        <a:srgbClr val="BEC0BB"/>
                      </a:solidFill>
                      <a:prstDash val="solid"/>
                      <a:round/>
                      <a:headEnd type="none" w="med" len="med"/>
                      <a:tailEnd type="none" w="med" len="med"/>
                    </a:lnB>
                  </a:tcPr>
                </a:tc>
                <a:tc>
                  <a:txBody>
                    <a:bodyPr/>
                    <a:lstStyle/>
                    <a:p>
                      <a:pPr indent="0" marL="0">
                        <a:lnSpc>
                          <a:spcPts val="1960"/>
                        </a:lnSpc>
                        <a:buNone/>
                      </a:pPr>
                      <a:r>
                        <a:rPr lang="en-US" sz="1400" dirty="0">
                          <a:solidFill>
                            <a:srgbClr val="14213D"/>
                          </a:solidFill>
                          <a:latin typeface="IBM Plex Sans" pitchFamily="34" charset="0"/>
                          <a:ea typeface="IBM Plex Sans" pitchFamily="34" charset="-122"/>
                          <a:cs typeface="IBM Plex Sans" pitchFamily="34" charset="-120"/>
                        </a:rPr>
                        <a:t>"no disponible"</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BEC0BB"/>
                      </a:solidFill>
                      <a:prstDash val="solid"/>
                      <a:round/>
                      <a:headEnd type="none" w="med" len="med"/>
                      <a:tailEnd type="none" w="med" len="med"/>
                    </a:lnL>
                    <a:lnR w="12700" cap="flat" cmpd="sng" algn="ctr">
                      <a:solidFill>
                        <a:srgbClr val="BEC0BB"/>
                      </a:solidFill>
                      <a:prstDash val="solid"/>
                      <a:round/>
                      <a:headEnd type="none" w="med" len="med"/>
                      <a:tailEnd type="none" w="med" len="med"/>
                    </a:lnR>
                    <a:lnT w="12700" cap="flat" cmpd="sng" algn="ctr">
                      <a:solidFill>
                        <a:srgbClr val="BEC0BB"/>
                      </a:solidFill>
                      <a:prstDash val="solid"/>
                      <a:round/>
                      <a:headEnd type="none" w="med" len="med"/>
                      <a:tailEnd type="none" w="med" len="med"/>
                    </a:lnT>
                    <a:lnB w="12700" cap="flat" cmpd="sng" algn="ctr">
                      <a:solidFill>
                        <a:srgbClr val="BEC0BB"/>
                      </a:solidFill>
                      <a:prstDash val="solid"/>
                      <a:round/>
                      <a:headEnd type="none" w="med" len="med"/>
                      <a:tailEnd type="none" w="med" len="med"/>
                    </a:lnB>
                  </a:tcPr>
                </a:tc>
                <a:tc>
                  <a:txBody>
                    <a:bodyPr/>
                    <a:lstStyle/>
                    <a:p>
                      <a:pPr indent="0" marL="0">
                        <a:lnSpc>
                          <a:spcPts val="1960"/>
                        </a:lnSpc>
                        <a:buNone/>
                      </a:pPr>
                      <a:r>
                        <a:rPr lang="en-US" sz="1400" dirty="0">
                          <a:solidFill>
                            <a:srgbClr val="14213D"/>
                          </a:solidFill>
                          <a:latin typeface="IBM Plex Sans" pitchFamily="34" charset="0"/>
                          <a:ea typeface="IBM Plex Sans" pitchFamily="34" charset="-122"/>
                          <a:cs typeface="IBM Plex Sans" pitchFamily="34" charset="-120"/>
                        </a:rPr>
                        <a:t>Versión oculta</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BEC0BB"/>
                      </a:solidFill>
                      <a:prstDash val="solid"/>
                      <a:round/>
                      <a:headEnd type="none" w="med" len="med"/>
                      <a:tailEnd type="none" w="med" len="med"/>
                    </a:lnL>
                    <a:lnR w="12700" cap="flat" cmpd="sng" algn="ctr">
                      <a:solidFill>
                        <a:srgbClr val="BEC0BB"/>
                      </a:solidFill>
                      <a:prstDash val="solid"/>
                      <a:round/>
                      <a:headEnd type="none" w="med" len="med"/>
                      <a:tailEnd type="none" w="med" len="med"/>
                    </a:lnR>
                    <a:lnT w="12700" cap="flat" cmpd="sng" algn="ctr">
                      <a:solidFill>
                        <a:srgbClr val="BEC0BB"/>
                      </a:solidFill>
                      <a:prstDash val="solid"/>
                      <a:round/>
                      <a:headEnd type="none" w="med" len="med"/>
                      <a:tailEnd type="none" w="med" len="med"/>
                    </a:lnT>
                    <a:lnB w="12700" cap="flat" cmpd="sng" algn="ctr">
                      <a:solidFill>
                        <a:srgbClr val="BEC0BB"/>
                      </a:solidFill>
                      <a:prstDash val="solid"/>
                      <a:round/>
                      <a:headEnd type="none" w="med" len="med"/>
                      <a:tailEnd type="none" w="med" len="med"/>
                    </a:lnB>
                  </a:tcPr>
                </a:tc>
              </a:tr>
            </a:tbl>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EEF0EA"/>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B04E1C"/>
                </a:solidFill>
                <a:latin typeface="IBM Plex Sans" pitchFamily="34" charset="0"/>
                <a:ea typeface="IBM Plex Sans" pitchFamily="34" charset="-122"/>
                <a:cs typeface="IBM Plex Sans" pitchFamily="34" charset="-120"/>
              </a:rPr>
              <a:t>LABORATORIO 7 · EVIDENCIA</a:t>
            </a:r>
            <a:endParaRPr lang="en-US" sz="1200" dirty="0"/>
          </a:p>
        </p:txBody>
      </p:sp>
      <p:sp>
        <p:nvSpPr>
          <p:cNvPr id="3" name="Text 1"/>
          <p:cNvSpPr/>
          <p:nvPr>
            <p:ph type="title"/>
          </p:nvPr>
        </p:nvSpPr>
        <p:spPr>
          <a:xfrm>
            <a:off x="812800" y="1127720"/>
            <a:ext cx="10883392" cy="47243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4213D"/>
                </a:solidFill>
                <a:latin typeface="IBM Plex Sans" pitchFamily="34" charset="0"/>
                <a:ea typeface="IBM Plex Sans" pitchFamily="34" charset="-122"/>
                <a:cs typeface="IBM Plex Sans" pitchFamily="34" charset="-120"/>
              </a:rPr>
              <a:t>ns2 copia la zona firmada con TSIG</a:t>
            </a:r>
            <a:endParaRPr lang="en-US" sz="3200" dirty="0"/>
          </a:p>
        </p:txBody>
      </p:sp>
      <p:sp>
        <p:nvSpPr>
          <p:cNvPr id="4" name="Shape 2"/>
          <p:cNvSpPr/>
          <p:nvPr/>
        </p:nvSpPr>
        <p:spPr>
          <a:xfrm>
            <a:off x="812800" y="1828750"/>
            <a:ext cx="10566400" cy="2794000"/>
          </a:xfrm>
          <a:prstGeom prst="roundRect">
            <a:avLst>
              <a:gd name="adj" fmla="val 3636"/>
            </a:avLst>
          </a:prstGeom>
          <a:solidFill>
            <a:srgbClr val="0C0C0C"/>
          </a:solidFill>
          <a:ln/>
        </p:spPr>
      </p:sp>
      <p:pic>
        <p:nvPicPr>
          <p:cNvPr id="5" name="Image 0" descr="Journal de ns2: Transfer started, connected using 10.10.10.2#53 TSIG transferencia-horizonte y Transfer completed con 17 y 11 registros">    </p:cNvPr>
          <p:cNvPicPr>
            <a:picLocks noChangeAspect="1"/>
          </p:cNvPicPr>
          <p:nvPr/>
        </p:nvPicPr>
        <p:blipFill>
          <a:blip r:embed="rId1"/>
          <a:stretch>
            <a:fillRect/>
          </a:stretch>
        </p:blipFill>
        <p:spPr>
          <a:xfrm>
            <a:off x="1630624" y="1828750"/>
            <a:ext cx="8930752" cy="2794000"/>
          </a:xfrm>
          <a:prstGeom prst="rect">
            <a:avLst/>
          </a:prstGeom>
        </p:spPr>
      </p:pic>
      <p:sp>
        <p:nvSpPr>
          <p:cNvPr id="6" name="Text 3"/>
          <p:cNvSpPr/>
          <p:nvPr/>
        </p:nvSpPr>
        <p:spPr>
          <a:xfrm>
            <a:off x="812800" y="4876750"/>
            <a:ext cx="5350129" cy="52318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4A5568"/>
                </a:solidFill>
                <a:latin typeface="IBM Plex Sans" pitchFamily="34" charset="0"/>
                <a:ea typeface="IBM Plex Sans" pitchFamily="34" charset="-122"/>
                <a:cs typeface="IBM Plex Sans" pitchFamily="34" charset="-120"/>
              </a:rPr>
              <a:t>17 registros</a:t>
            </a:r>
            <a:r>
              <a:rPr lang="en-US" sz="1400" dirty="0">
                <a:solidFill>
                  <a:srgbClr val="4A5568"/>
                </a:solidFill>
                <a:latin typeface="IBM Plex Sans" pitchFamily="34" charset="0"/>
                <a:ea typeface="IBM Plex Sans" pitchFamily="34" charset="-122"/>
                <a:cs typeface="IBM Plex Sans" pitchFamily="34" charset="-120"/>
              </a:rPr>
              <a:t> de la zona directa y </a:t>
            </a:r>
            <a:r>
              <a:rPr lang="en-US" sz="1400" b="1" dirty="0">
                <a:solidFill>
                  <a:srgbClr val="4A5568"/>
                </a:solidFill>
                <a:latin typeface="IBM Plex Sans" pitchFamily="34" charset="0"/>
                <a:ea typeface="IBM Plex Sans" pitchFamily="34" charset="-122"/>
                <a:cs typeface="IBM Plex Sans" pitchFamily="34" charset="-120"/>
              </a:rPr>
              <a:t>11</a:t>
            </a:r>
            <a:r>
              <a:rPr lang="en-US" sz="1400" dirty="0">
                <a:solidFill>
                  <a:srgbClr val="4A5568"/>
                </a:solidFill>
                <a:latin typeface="IBM Plex Sans" pitchFamily="34" charset="0"/>
                <a:ea typeface="IBM Plex Sans" pitchFamily="34" charset="-122"/>
                <a:cs typeface="IBM Plex Sans" pitchFamily="34" charset="-120"/>
              </a:rPr>
              <a:t> de la inversa, serial 2026100701.</a:t>
            </a:r>
            <a:endParaRPr lang="en-US" sz="1400" dirty="0"/>
          </a:p>
        </p:txBody>
      </p:sp>
      <p:sp>
        <p:nvSpPr>
          <p:cNvPr id="7" name="Text 4"/>
          <p:cNvSpPr/>
          <p:nvPr/>
        </p:nvSpPr>
        <p:spPr>
          <a:xfrm>
            <a:off x="6184900" y="4876750"/>
            <a:ext cx="5350129" cy="52318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5568"/>
                </a:solidFill>
                <a:latin typeface="IBM Plex Sans" pitchFamily="34" charset="0"/>
                <a:ea typeface="IBM Plex Sans" pitchFamily="34" charset="-122"/>
                <a:cs typeface="IBM Plex Sans" pitchFamily="34" charset="-120"/>
              </a:rPr>
              <a:t>Verificador desde el cliente: </a:t>
            </a:r>
            <a:r>
              <a:rPr lang="en-US" sz="1400" b="1" dirty="0">
                <a:solidFill>
                  <a:srgbClr val="4A5568"/>
                </a:solidFill>
                <a:latin typeface="IBM Plex Sans" pitchFamily="34" charset="0"/>
                <a:ea typeface="IBM Plex Sans" pitchFamily="34" charset="-122"/>
                <a:cs typeface="IBM Plex Sans" pitchFamily="34" charset="-120"/>
              </a:rPr>
              <a:t>16 de 16</a:t>
            </a:r>
            <a:r>
              <a:rPr lang="en-US" sz="1400" dirty="0">
                <a:solidFill>
                  <a:srgbClr val="4A5568"/>
                </a:solidFill>
                <a:latin typeface="IBM Plex Sans" pitchFamily="34" charset="0"/>
                <a:ea typeface="IBM Plex Sans" pitchFamily="34" charset="-122"/>
                <a:cs typeface="IBM Plex Sans" pitchFamily="34" charset="-120"/>
              </a:rPr>
              <a:t>.</a:t>
            </a:r>
            <a:endParaRPr lang="en-US" sz="14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B04E1C"/>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FBE3D6"/>
                </a:solidFill>
                <a:latin typeface="IBM Plex Sans" pitchFamily="34" charset="0"/>
                <a:ea typeface="IBM Plex Sans" pitchFamily="34" charset="-122"/>
                <a:cs typeface="IBM Plex Sans" pitchFamily="34" charset="-120"/>
              </a:rPr>
              <a:t>LABORATORIO 7 · LA LECCIÓN DEL SERIAL</a:t>
            </a:r>
            <a:endParaRPr lang="en-US" sz="1200" dirty="0"/>
          </a:p>
        </p:txBody>
      </p:sp>
      <p:sp>
        <p:nvSpPr>
          <p:cNvPr id="3" name="Text 1"/>
          <p:cNvSpPr/>
          <p:nvPr>
            <p:ph type="title"/>
          </p:nvPr>
        </p:nvSpPr>
        <p:spPr>
          <a:xfrm>
            <a:off x="812800" y="2444800"/>
            <a:ext cx="10883392" cy="1366441"/>
          </a:xfrm>
          <a:prstGeom prst="rect">
            <a:avLst/>
          </a:prstGeom>
          <a:noFill/>
          <a:ln/>
        </p:spPr>
        <p:txBody>
          <a:bodyPr wrap="square" lIns="0" tIns="0" rIns="0" bIns="0" rtlCol="0" anchor="t">
            <a:normAutofit/>
          </a:bodyPr>
          <a:lstStyle/>
          <a:p>
            <a:pPr algn="l" indent="0" marL="0">
              <a:lnSpc>
                <a:spcPts val="5280"/>
              </a:lnSpc>
              <a:buNone/>
            </a:pPr>
            <a:r>
              <a:rPr lang="en-US" sz="4800" b="1" i="0" dirty="0">
                <a:solidFill>
                  <a:srgbClr val="FBF3EE"/>
                </a:solidFill>
                <a:latin typeface="IBM Plex Sans" pitchFamily="34" charset="0"/>
                <a:ea typeface="IBM Plex Sans" pitchFamily="34" charset="-122"/>
                <a:cs typeface="IBM Plex Sans" pitchFamily="34" charset="-120"/>
              </a:rPr>
              <a:t>Si el serial no sube,</a:t>
            </a:r>
            <a:endParaRPr lang="en-US" sz="4800" dirty="0"/>
          </a:p>
          <a:p>
            <a:pPr algn="l" indent="0" marL="0">
              <a:lnSpc>
                <a:spcPts val="5280"/>
              </a:lnSpc>
              <a:buNone/>
            </a:pPr>
            <a:r>
              <a:rPr lang="en-US" sz="4800" b="1" i="0" dirty="0">
                <a:solidFill>
                  <a:srgbClr val="FBF3EE"/>
                </a:solidFill>
                <a:latin typeface="IBM Plex Sans" pitchFamily="34" charset="0"/>
                <a:ea typeface="IBM Plex Sans" pitchFamily="34" charset="-122"/>
                <a:cs typeface="IBM Plex Sans" pitchFamily="34" charset="-120"/>
              </a:rPr>
              <a:t>ns2 no se entera</a:t>
            </a:r>
            <a:endParaRPr lang="en-US" sz="4800" dirty="0"/>
          </a:p>
        </p:txBody>
      </p:sp>
      <p:sp>
        <p:nvSpPr>
          <p:cNvPr id="4" name="Text 2"/>
          <p:cNvSpPr/>
          <p:nvPr/>
        </p:nvSpPr>
        <p:spPr>
          <a:xfrm>
            <a:off x="812800" y="5204470"/>
            <a:ext cx="3453384" cy="25653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FBE3D6"/>
                </a:solidFill>
                <a:latin typeface="JetBrains Mono" pitchFamily="49" charset="0"/>
                <a:ea typeface="JetBrains Mono" pitchFamily="49" charset="-122"/>
                <a:cs typeface="JetBrains Mono" pitchFamily="49" charset="-120"/>
              </a:rPr>
              <a:t>biblioteca · mismo serial</a:t>
            </a:r>
            <a:endParaRPr lang="en-US" sz="1300" dirty="0"/>
          </a:p>
        </p:txBody>
      </p:sp>
      <p:sp>
        <p:nvSpPr>
          <p:cNvPr id="5" name="Text 3"/>
          <p:cNvSpPr/>
          <p:nvPr/>
        </p:nvSpPr>
        <p:spPr>
          <a:xfrm>
            <a:off x="812800" y="5511800"/>
            <a:ext cx="3453384"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FBF3EE"/>
                </a:solidFill>
                <a:latin typeface="IBM Plex Sans" pitchFamily="34" charset="0"/>
                <a:ea typeface="IBM Plex Sans" pitchFamily="34" charset="-122"/>
                <a:cs typeface="IBM Plex Sans" pitchFamily="34" charset="-120"/>
              </a:rPr>
              <a:t>NOTIFY → «zone is up to date». ns1 la tiene, ns2 no.</a:t>
            </a:r>
            <a:endParaRPr lang="en-US" sz="1500" dirty="0"/>
          </a:p>
        </p:txBody>
      </p:sp>
      <p:sp>
        <p:nvSpPr>
          <p:cNvPr id="6" name="Text 4"/>
          <p:cNvSpPr/>
          <p:nvPr/>
        </p:nvSpPr>
        <p:spPr>
          <a:xfrm>
            <a:off x="4419600" y="5204470"/>
            <a:ext cx="3453384" cy="25653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FBE3D6"/>
                </a:solidFill>
                <a:latin typeface="JetBrains Mono" pitchFamily="49" charset="0"/>
                <a:ea typeface="JetBrains Mono" pitchFamily="49" charset="-122"/>
                <a:cs typeface="JetBrains Mono" pitchFamily="49" charset="-120"/>
              </a:rPr>
              <a:t>serial 2026100702</a:t>
            </a:r>
            <a:endParaRPr lang="en-US" sz="1300" dirty="0"/>
          </a:p>
        </p:txBody>
      </p:sp>
      <p:sp>
        <p:nvSpPr>
          <p:cNvPr id="7" name="Text 5"/>
          <p:cNvSpPr/>
          <p:nvPr/>
        </p:nvSpPr>
        <p:spPr>
          <a:xfrm>
            <a:off x="4419600" y="5511800"/>
            <a:ext cx="3453384"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FBF3EE"/>
                </a:solidFill>
                <a:latin typeface="IBM Plex Sans" pitchFamily="34" charset="0"/>
                <a:ea typeface="IBM Plex Sans" pitchFamily="34" charset="-122"/>
                <a:cs typeface="IBM Plex Sans" pitchFamily="34" charset="-120"/>
              </a:rPr>
              <a:t>Transfer completed: 18 registros, en el mismo segundo.</a:t>
            </a:r>
            <a:endParaRPr lang="en-US" sz="1500" dirty="0"/>
          </a:p>
        </p:txBody>
      </p:sp>
      <p:sp>
        <p:nvSpPr>
          <p:cNvPr id="8" name="Text 6"/>
          <p:cNvSpPr/>
          <p:nvPr/>
        </p:nvSpPr>
        <p:spPr>
          <a:xfrm>
            <a:off x="8026400" y="5204470"/>
            <a:ext cx="3453384" cy="25653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FBE3D6"/>
                </a:solidFill>
                <a:latin typeface="JetBrains Mono" pitchFamily="49" charset="0"/>
                <a:ea typeface="JetBrains Mono" pitchFamily="49" charset="-122"/>
                <a:cs typeface="JetBrains Mono" pitchFamily="49" charset="-120"/>
              </a:rPr>
              <a:t>cafeteria · 2026100703</a:t>
            </a:r>
            <a:endParaRPr lang="en-US" sz="1300" dirty="0"/>
          </a:p>
        </p:txBody>
      </p:sp>
      <p:sp>
        <p:nvSpPr>
          <p:cNvPr id="9" name="Text 7"/>
          <p:cNvSpPr/>
          <p:nvPr/>
        </p:nvSpPr>
        <p:spPr>
          <a:xfrm>
            <a:off x="8026400" y="5511800"/>
            <a:ext cx="3453384"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FBF3EE"/>
                </a:solidFill>
                <a:latin typeface="IBM Plex Sans" pitchFamily="34" charset="0"/>
                <a:ea typeface="IBM Plex Sans" pitchFamily="34" charset="-122"/>
                <a:cs typeface="IBM Plex Sans" pitchFamily="34" charset="-120"/>
              </a:rPr>
              <a:t>Mismo experimento a propósito y corregido: 19 registros.</a:t>
            </a:r>
            <a:endParaRPr lang="en-US" sz="15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EEF0EA"/>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B04E1C"/>
                </a:solidFill>
                <a:latin typeface="IBM Plex Sans" pitchFamily="34" charset="0"/>
                <a:ea typeface="IBM Plex Sans" pitchFamily="34" charset="-122"/>
                <a:cs typeface="IBM Plex Sans" pitchFamily="34" charset="-120"/>
              </a:rPr>
              <a:t>LABORATORIO 8 · UNBOUND</a:t>
            </a:r>
            <a:endParaRPr lang="en-US" sz="1200" dirty="0"/>
          </a:p>
        </p:txBody>
      </p:sp>
      <p:sp>
        <p:nvSpPr>
          <p:cNvPr id="3" name="Text 1"/>
          <p:cNvSpPr/>
          <p:nvPr>
            <p:ph type="title"/>
          </p:nvPr>
        </p:nvSpPr>
        <p:spPr>
          <a:xfrm>
            <a:off x="812800" y="1127720"/>
            <a:ext cx="10883392" cy="47243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4213D"/>
                </a:solidFill>
                <a:latin typeface="IBM Plex Sans" pitchFamily="34" charset="0"/>
                <a:ea typeface="IBM Plex Sans" pitchFamily="34" charset="-122"/>
                <a:cs typeface="IBM Plex Sans" pitchFamily="34" charset="-120"/>
              </a:rPr>
              <a:t>Primero sin las directivas, después con ellas</a:t>
            </a:r>
            <a:endParaRPr lang="en-US" sz="32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892250"/>
          <a:ext cx="10553700" cy="1930053"/>
        </p:xfrm>
        <a:graphic>
          <a:graphicData uri="http://schemas.openxmlformats.org/drawingml/2006/table">
            <a:tbl>
              <a:tblPr/>
              <a:tblGrid>
                <a:gridCol w="3799332"/>
                <a:gridCol w="3166110"/>
                <a:gridCol w="3588258"/>
              </a:tblGrid>
              <a:tr h="386011">
                <a:tc>
                  <a:txBody>
                    <a:bodyPr/>
                    <a:lstStyle/>
                    <a:p>
                      <a:pPr indent="0" marL="0">
                        <a:lnSpc>
                          <a:spcPts val="1960"/>
                        </a:lnSpc>
                        <a:buNone/>
                      </a:pPr>
                      <a:r>
                        <a:rPr lang="en-US" sz="1400" b="1" dirty="0">
                          <a:solidFill>
                            <a:srgbClr val="14213D"/>
                          </a:solidFill>
                          <a:latin typeface="IBM Plex Sans" pitchFamily="34" charset="0"/>
                          <a:ea typeface="IBM Plex Sans" pitchFamily="34" charset="-122"/>
                          <a:cs typeface="IBM Plex Sans" pitchFamily="34" charset="-120"/>
                        </a:rPr>
                        <a:t>Directiva</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BEC0BB"/>
                      </a:solidFill>
                      <a:prstDash val="solid"/>
                      <a:round/>
                      <a:headEnd type="none" w="med" len="med"/>
                      <a:tailEnd type="none" w="med" len="med"/>
                    </a:lnL>
                    <a:lnR w="12700" cap="flat" cmpd="sng" algn="ctr">
                      <a:solidFill>
                        <a:srgbClr val="B1B2AD"/>
                      </a:solidFill>
                      <a:prstDash val="solid"/>
                      <a:round/>
                      <a:headEnd type="none" w="med" len="med"/>
                      <a:tailEnd type="none" w="med" len="med"/>
                    </a:lnR>
                    <a:lnT w="12700" cap="flat" cmpd="sng" algn="ctr">
                      <a:solidFill>
                        <a:srgbClr val="BEC0BB"/>
                      </a:solidFill>
                      <a:prstDash val="solid"/>
                      <a:round/>
                      <a:headEnd type="none" w="med" len="med"/>
                      <a:tailEnd type="none" w="med" len="med"/>
                    </a:lnT>
                    <a:lnB w="12700" cap="flat" cmpd="sng" algn="ctr">
                      <a:solidFill>
                        <a:srgbClr val="B1B2AD"/>
                      </a:solidFill>
                      <a:prstDash val="solid"/>
                      <a:round/>
                      <a:headEnd type="none" w="med" len="med"/>
                      <a:tailEnd type="none" w="med" len="med"/>
                    </a:lnB>
                    <a:solidFill>
                      <a:srgbClr val="DDDED9"/>
                    </a:solidFill>
                  </a:tcPr>
                </a:tc>
                <a:tc>
                  <a:txBody>
                    <a:bodyPr/>
                    <a:lstStyle/>
                    <a:p>
                      <a:pPr indent="0" marL="0">
                        <a:lnSpc>
                          <a:spcPts val="1960"/>
                        </a:lnSpc>
                        <a:buNone/>
                      </a:pPr>
                      <a:r>
                        <a:rPr lang="en-US" sz="1400" b="1" dirty="0">
                          <a:solidFill>
                            <a:srgbClr val="14213D"/>
                          </a:solidFill>
                          <a:latin typeface="IBM Plex Sans" pitchFamily="34" charset="0"/>
                          <a:ea typeface="IBM Plex Sans" pitchFamily="34" charset="-122"/>
                          <a:cs typeface="IBM Plex Sans" pitchFamily="34" charset="-120"/>
                        </a:rPr>
                        <a:t>Sin ella</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B1B2AD"/>
                      </a:solidFill>
                      <a:prstDash val="solid"/>
                      <a:round/>
                      <a:headEnd type="none" w="med" len="med"/>
                      <a:tailEnd type="none" w="med" len="med"/>
                    </a:lnL>
                    <a:lnR w="12700" cap="flat" cmpd="sng" algn="ctr">
                      <a:solidFill>
                        <a:srgbClr val="B1B2AD"/>
                      </a:solidFill>
                      <a:prstDash val="solid"/>
                      <a:round/>
                      <a:headEnd type="none" w="med" len="med"/>
                      <a:tailEnd type="none" w="med" len="med"/>
                    </a:lnR>
                    <a:lnT w="12700" cap="flat" cmpd="sng" algn="ctr">
                      <a:solidFill>
                        <a:srgbClr val="BEC0BB"/>
                      </a:solidFill>
                      <a:prstDash val="solid"/>
                      <a:round/>
                      <a:headEnd type="none" w="med" len="med"/>
                      <a:tailEnd type="none" w="med" len="med"/>
                    </a:lnT>
                    <a:lnB w="12700" cap="flat" cmpd="sng" algn="ctr">
                      <a:solidFill>
                        <a:srgbClr val="B1B2AD"/>
                      </a:solidFill>
                      <a:prstDash val="solid"/>
                      <a:round/>
                      <a:headEnd type="none" w="med" len="med"/>
                      <a:tailEnd type="none" w="med" len="med"/>
                    </a:lnB>
                    <a:solidFill>
                      <a:srgbClr val="DDDED9"/>
                    </a:solidFill>
                  </a:tcPr>
                </a:tc>
                <a:tc>
                  <a:txBody>
                    <a:bodyPr/>
                    <a:lstStyle/>
                    <a:p>
                      <a:pPr indent="0" marL="0">
                        <a:lnSpc>
                          <a:spcPts val="1960"/>
                        </a:lnSpc>
                        <a:buNone/>
                      </a:pPr>
                      <a:r>
                        <a:rPr lang="en-US" sz="1400" b="1" dirty="0">
                          <a:solidFill>
                            <a:srgbClr val="14213D"/>
                          </a:solidFill>
                          <a:latin typeface="IBM Plex Sans" pitchFamily="34" charset="0"/>
                          <a:ea typeface="IBM Plex Sans" pitchFamily="34" charset="-122"/>
                          <a:cs typeface="IBM Plex Sans" pitchFamily="34" charset="-120"/>
                        </a:rPr>
                        <a:t>Con ella</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B1B2AD"/>
                      </a:solidFill>
                      <a:prstDash val="solid"/>
                      <a:round/>
                      <a:headEnd type="none" w="med" len="med"/>
                      <a:tailEnd type="none" w="med" len="med"/>
                    </a:lnL>
                    <a:lnR w="12700" cap="flat" cmpd="sng" algn="ctr">
                      <a:solidFill>
                        <a:srgbClr val="B1B2AD"/>
                      </a:solidFill>
                      <a:prstDash val="solid"/>
                      <a:round/>
                      <a:headEnd type="none" w="med" len="med"/>
                      <a:tailEnd type="none" w="med" len="med"/>
                    </a:lnR>
                    <a:lnT w="12700" cap="flat" cmpd="sng" algn="ctr">
                      <a:solidFill>
                        <a:srgbClr val="BEC0BB"/>
                      </a:solidFill>
                      <a:prstDash val="solid"/>
                      <a:round/>
                      <a:headEnd type="none" w="med" len="med"/>
                      <a:tailEnd type="none" w="med" len="med"/>
                    </a:lnT>
                    <a:lnB w="12700" cap="flat" cmpd="sng" algn="ctr">
                      <a:solidFill>
                        <a:srgbClr val="B1B2AD"/>
                      </a:solidFill>
                      <a:prstDash val="solid"/>
                      <a:round/>
                      <a:headEnd type="none" w="med" len="med"/>
                      <a:tailEnd type="none" w="med" len="med"/>
                    </a:lnB>
                    <a:solidFill>
                      <a:srgbClr val="DDDED9"/>
                    </a:solidFill>
                  </a:tcPr>
                </a:tc>
              </a:tr>
              <a:tr h="386011">
                <a:tc>
                  <a:txBody>
                    <a:bodyPr/>
                    <a:lstStyle/>
                    <a:p>
                      <a:pPr indent="0" marL="0">
                        <a:lnSpc>
                          <a:spcPts val="1960"/>
                        </a:lnSpc>
                        <a:buNone/>
                      </a:pPr>
                      <a:r>
                        <a:rPr lang="en-US" sz="1400" dirty="0">
                          <a:solidFill>
                            <a:srgbClr val="14213D"/>
                          </a:solidFill>
                          <a:latin typeface="IBM Plex Sans" pitchFamily="34" charset="0"/>
                          <a:ea typeface="IBM Plex Sans" pitchFamily="34" charset="-122"/>
                          <a:cs typeface="IBM Plex Sans" pitchFamily="34" charset="-120"/>
                        </a:rPr>
                        <a:t>domain-insecure</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BEC0BB"/>
                      </a:solidFill>
                      <a:prstDash val="solid"/>
                      <a:round/>
                      <a:headEnd type="none" w="med" len="med"/>
                      <a:tailEnd type="none" w="med" len="med"/>
                    </a:lnL>
                    <a:lnR w="12700" cap="flat" cmpd="sng" algn="ctr">
                      <a:solidFill>
                        <a:srgbClr val="BEC0BB"/>
                      </a:solidFill>
                      <a:prstDash val="solid"/>
                      <a:round/>
                      <a:headEnd type="none" w="med" len="med"/>
                      <a:tailEnd type="none" w="med" len="med"/>
                    </a:lnR>
                    <a:lnT w="12700" cap="flat" cmpd="sng" algn="ctr">
                      <a:solidFill>
                        <a:srgbClr val="B1B2AD"/>
                      </a:solidFill>
                      <a:prstDash val="solid"/>
                      <a:round/>
                      <a:headEnd type="none" w="med" len="med"/>
                      <a:tailEnd type="none" w="med" len="med"/>
                    </a:lnT>
                    <a:lnB w="12700" cap="flat" cmpd="sng" algn="ctr">
                      <a:solidFill>
                        <a:srgbClr val="BEC0BB"/>
                      </a:solidFill>
                      <a:prstDash val="solid"/>
                      <a:round/>
                      <a:headEnd type="none" w="med" len="med"/>
                      <a:tailEnd type="none" w="med" len="med"/>
                    </a:lnB>
                  </a:tcPr>
                </a:tc>
                <a:tc>
                  <a:txBody>
                    <a:bodyPr/>
                    <a:lstStyle/>
                    <a:p>
                      <a:pPr indent="0" marL="0">
                        <a:lnSpc>
                          <a:spcPts val="1960"/>
                        </a:lnSpc>
                        <a:buNone/>
                      </a:pPr>
                      <a:r>
                        <a:rPr lang="en-US" sz="1400" dirty="0">
                          <a:solidFill>
                            <a:srgbClr val="14213D"/>
                          </a:solidFill>
                          <a:latin typeface="IBM Plex Sans" pitchFamily="34" charset="0"/>
                          <a:ea typeface="IBM Plex Sans" pitchFamily="34" charset="-122"/>
                          <a:cs typeface="IBM Plex Sans" pitchFamily="34" charset="-120"/>
                        </a:rPr>
                        <a:t>SERVFAIL</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BEC0BB"/>
                      </a:solidFill>
                      <a:prstDash val="solid"/>
                      <a:round/>
                      <a:headEnd type="none" w="med" len="med"/>
                      <a:tailEnd type="none" w="med" len="med"/>
                    </a:lnL>
                    <a:lnR w="12700" cap="flat" cmpd="sng" algn="ctr">
                      <a:solidFill>
                        <a:srgbClr val="BEC0BB"/>
                      </a:solidFill>
                      <a:prstDash val="solid"/>
                      <a:round/>
                      <a:headEnd type="none" w="med" len="med"/>
                      <a:tailEnd type="none" w="med" len="med"/>
                    </a:lnR>
                    <a:lnT w="12700" cap="flat" cmpd="sng" algn="ctr">
                      <a:solidFill>
                        <a:srgbClr val="B1B2AD"/>
                      </a:solidFill>
                      <a:prstDash val="solid"/>
                      <a:round/>
                      <a:headEnd type="none" w="med" len="med"/>
                      <a:tailEnd type="none" w="med" len="med"/>
                    </a:lnT>
                    <a:lnB w="12700" cap="flat" cmpd="sng" algn="ctr">
                      <a:solidFill>
                        <a:srgbClr val="BEC0BB"/>
                      </a:solidFill>
                      <a:prstDash val="solid"/>
                      <a:round/>
                      <a:headEnd type="none" w="med" len="med"/>
                      <a:tailEnd type="none" w="med" len="med"/>
                    </a:lnB>
                  </a:tcPr>
                </a:tc>
                <a:tc>
                  <a:txBody>
                    <a:bodyPr/>
                    <a:lstStyle/>
                    <a:p>
                      <a:pPr indent="0" marL="0">
                        <a:lnSpc>
                          <a:spcPts val="1960"/>
                        </a:lnSpc>
                        <a:buNone/>
                      </a:pPr>
                      <a:r>
                        <a:rPr lang="en-US" sz="1400" dirty="0">
                          <a:solidFill>
                            <a:srgbClr val="14213D"/>
                          </a:solidFill>
                          <a:latin typeface="IBM Plex Sans" pitchFamily="34" charset="0"/>
                          <a:ea typeface="IBM Plex Sans" pitchFamily="34" charset="-122"/>
                          <a:cs typeface="IBM Plex Sans" pitchFamily="34" charset="-120"/>
                        </a:rPr>
                        <a:t>www → 10.10.10.20</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BEC0BB"/>
                      </a:solidFill>
                      <a:prstDash val="solid"/>
                      <a:round/>
                      <a:headEnd type="none" w="med" len="med"/>
                      <a:tailEnd type="none" w="med" len="med"/>
                    </a:lnL>
                    <a:lnR w="12700" cap="flat" cmpd="sng" algn="ctr">
                      <a:solidFill>
                        <a:srgbClr val="BEC0BB"/>
                      </a:solidFill>
                      <a:prstDash val="solid"/>
                      <a:round/>
                      <a:headEnd type="none" w="med" len="med"/>
                      <a:tailEnd type="none" w="med" len="med"/>
                    </a:lnR>
                    <a:lnT w="12700" cap="flat" cmpd="sng" algn="ctr">
                      <a:solidFill>
                        <a:srgbClr val="B1B2AD"/>
                      </a:solidFill>
                      <a:prstDash val="solid"/>
                      <a:round/>
                      <a:headEnd type="none" w="med" len="med"/>
                      <a:tailEnd type="none" w="med" len="med"/>
                    </a:lnT>
                    <a:lnB w="12700" cap="flat" cmpd="sng" algn="ctr">
                      <a:solidFill>
                        <a:srgbClr val="BEC0BB"/>
                      </a:solidFill>
                      <a:prstDash val="solid"/>
                      <a:round/>
                      <a:headEnd type="none" w="med" len="med"/>
                      <a:tailEnd type="none" w="med" len="med"/>
                    </a:lnB>
                  </a:tcPr>
                </a:tc>
              </a:tr>
              <a:tr h="386011">
                <a:tc>
                  <a:txBody>
                    <a:bodyPr/>
                    <a:lstStyle/>
                    <a:p>
                      <a:pPr indent="0" marL="0">
                        <a:lnSpc>
                          <a:spcPts val="1960"/>
                        </a:lnSpc>
                        <a:buNone/>
                      </a:pPr>
                      <a:r>
                        <a:rPr lang="en-US" sz="1400" dirty="0">
                          <a:solidFill>
                            <a:srgbClr val="14213D"/>
                          </a:solidFill>
                          <a:latin typeface="IBM Plex Sans" pitchFamily="34" charset="0"/>
                          <a:ea typeface="IBM Plex Sans" pitchFamily="34" charset="-122"/>
                          <a:cs typeface="IBM Plex Sans" pitchFamily="34" charset="-120"/>
                        </a:rPr>
                        <a:t>local-zone … nodefault</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BEC0BB"/>
                      </a:solidFill>
                      <a:prstDash val="solid"/>
                      <a:round/>
                      <a:headEnd type="none" w="med" len="med"/>
                      <a:tailEnd type="none" w="med" len="med"/>
                    </a:lnL>
                    <a:lnR w="12700" cap="flat" cmpd="sng" algn="ctr">
                      <a:solidFill>
                        <a:srgbClr val="BEC0BB"/>
                      </a:solidFill>
                      <a:prstDash val="solid"/>
                      <a:round/>
                      <a:headEnd type="none" w="med" len="med"/>
                      <a:tailEnd type="none" w="med" len="med"/>
                    </a:lnR>
                    <a:lnT w="12700" cap="flat" cmpd="sng" algn="ctr">
                      <a:solidFill>
                        <a:srgbClr val="BEC0BB"/>
                      </a:solidFill>
                      <a:prstDash val="solid"/>
                      <a:round/>
                      <a:headEnd type="none" w="med" len="med"/>
                      <a:tailEnd type="none" w="med" len="med"/>
                    </a:lnT>
                    <a:lnB w="12700" cap="flat" cmpd="sng" algn="ctr">
                      <a:solidFill>
                        <a:srgbClr val="BEC0BB"/>
                      </a:solidFill>
                      <a:prstDash val="solid"/>
                      <a:round/>
                      <a:headEnd type="none" w="med" len="med"/>
                      <a:tailEnd type="none" w="med" len="med"/>
                    </a:lnB>
                  </a:tcPr>
                </a:tc>
                <a:tc>
                  <a:txBody>
                    <a:bodyPr/>
                    <a:lstStyle/>
                    <a:p>
                      <a:pPr indent="0" marL="0">
                        <a:lnSpc>
                          <a:spcPts val="1960"/>
                        </a:lnSpc>
                        <a:buNone/>
                      </a:pPr>
                      <a:r>
                        <a:rPr lang="en-US" sz="1400" dirty="0">
                          <a:solidFill>
                            <a:srgbClr val="14213D"/>
                          </a:solidFill>
                          <a:latin typeface="IBM Plex Sans" pitchFamily="34" charset="0"/>
                          <a:ea typeface="IBM Plex Sans" pitchFamily="34" charset="-122"/>
                          <a:cs typeface="IBM Plex Sans" pitchFamily="34" charset="-120"/>
                        </a:rPr>
                        <a:t>NXDOMAIN (zona local)</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BEC0BB"/>
                      </a:solidFill>
                      <a:prstDash val="solid"/>
                      <a:round/>
                      <a:headEnd type="none" w="med" len="med"/>
                      <a:tailEnd type="none" w="med" len="med"/>
                    </a:lnL>
                    <a:lnR w="12700" cap="flat" cmpd="sng" algn="ctr">
                      <a:solidFill>
                        <a:srgbClr val="BEC0BB"/>
                      </a:solidFill>
                      <a:prstDash val="solid"/>
                      <a:round/>
                      <a:headEnd type="none" w="med" len="med"/>
                      <a:tailEnd type="none" w="med" len="med"/>
                    </a:lnR>
                    <a:lnT w="12700" cap="flat" cmpd="sng" algn="ctr">
                      <a:solidFill>
                        <a:srgbClr val="BEC0BB"/>
                      </a:solidFill>
                      <a:prstDash val="solid"/>
                      <a:round/>
                      <a:headEnd type="none" w="med" len="med"/>
                      <a:tailEnd type="none" w="med" len="med"/>
                    </a:lnT>
                    <a:lnB w="12700" cap="flat" cmpd="sng" algn="ctr">
                      <a:solidFill>
                        <a:srgbClr val="BEC0BB"/>
                      </a:solidFill>
                      <a:prstDash val="solid"/>
                      <a:round/>
                      <a:headEnd type="none" w="med" len="med"/>
                      <a:tailEnd type="none" w="med" len="med"/>
                    </a:lnB>
                  </a:tcPr>
                </a:tc>
                <a:tc>
                  <a:txBody>
                    <a:bodyPr/>
                    <a:lstStyle/>
                    <a:p>
                      <a:pPr indent="0" marL="0">
                        <a:lnSpc>
                          <a:spcPts val="1960"/>
                        </a:lnSpc>
                        <a:buNone/>
                      </a:pPr>
                      <a:r>
                        <a:rPr lang="en-US" sz="1400" dirty="0">
                          <a:solidFill>
                            <a:srgbClr val="14213D"/>
                          </a:solidFill>
                          <a:latin typeface="IBM Plex Sans" pitchFamily="34" charset="0"/>
                          <a:ea typeface="IBM Plex Sans" pitchFamily="34" charset="-122"/>
                          <a:cs typeface="IBM Plex Sans" pitchFamily="34" charset="-120"/>
                        </a:rPr>
                        <a:t>mail.horizonte.internal.</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BEC0BB"/>
                      </a:solidFill>
                      <a:prstDash val="solid"/>
                      <a:round/>
                      <a:headEnd type="none" w="med" len="med"/>
                      <a:tailEnd type="none" w="med" len="med"/>
                    </a:lnL>
                    <a:lnR w="12700" cap="flat" cmpd="sng" algn="ctr">
                      <a:solidFill>
                        <a:srgbClr val="BEC0BB"/>
                      </a:solidFill>
                      <a:prstDash val="solid"/>
                      <a:round/>
                      <a:headEnd type="none" w="med" len="med"/>
                      <a:tailEnd type="none" w="med" len="med"/>
                    </a:lnR>
                    <a:lnT w="12700" cap="flat" cmpd="sng" algn="ctr">
                      <a:solidFill>
                        <a:srgbClr val="BEC0BB"/>
                      </a:solidFill>
                      <a:prstDash val="solid"/>
                      <a:round/>
                      <a:headEnd type="none" w="med" len="med"/>
                      <a:tailEnd type="none" w="med" len="med"/>
                    </a:lnT>
                    <a:lnB w="12700" cap="flat" cmpd="sng" algn="ctr">
                      <a:solidFill>
                        <a:srgbClr val="BEC0BB"/>
                      </a:solidFill>
                      <a:prstDash val="solid"/>
                      <a:round/>
                      <a:headEnd type="none" w="med" len="med"/>
                      <a:tailEnd type="none" w="med" len="med"/>
                    </a:lnB>
                  </a:tcPr>
                </a:tc>
              </a:tr>
              <a:tr h="386011">
                <a:tc>
                  <a:txBody>
                    <a:bodyPr/>
                    <a:lstStyle/>
                    <a:p>
                      <a:pPr indent="0" marL="0">
                        <a:lnSpc>
                          <a:spcPts val="1960"/>
                        </a:lnSpc>
                        <a:buNone/>
                      </a:pPr>
                      <a:r>
                        <a:rPr lang="en-US" sz="1400" dirty="0">
                          <a:solidFill>
                            <a:srgbClr val="14213D"/>
                          </a:solidFill>
                          <a:latin typeface="IBM Plex Sans" pitchFamily="34" charset="0"/>
                          <a:ea typeface="IBM Plex Sans" pitchFamily="34" charset="-122"/>
                          <a:cs typeface="IBM Plex Sans" pitchFamily="34" charset="-120"/>
                        </a:rPr>
                        <a:t>access-control refuse + allow</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BEC0BB"/>
                      </a:solidFill>
                      <a:prstDash val="solid"/>
                      <a:round/>
                      <a:headEnd type="none" w="med" len="med"/>
                      <a:tailEnd type="none" w="med" len="med"/>
                    </a:lnL>
                    <a:lnR w="12700" cap="flat" cmpd="sng" algn="ctr">
                      <a:solidFill>
                        <a:srgbClr val="BEC0BB"/>
                      </a:solidFill>
                      <a:prstDash val="solid"/>
                      <a:round/>
                      <a:headEnd type="none" w="med" len="med"/>
                      <a:tailEnd type="none" w="med" len="med"/>
                    </a:lnR>
                    <a:lnT w="12700" cap="flat" cmpd="sng" algn="ctr">
                      <a:solidFill>
                        <a:srgbClr val="BEC0BB"/>
                      </a:solidFill>
                      <a:prstDash val="solid"/>
                      <a:round/>
                      <a:headEnd type="none" w="med" len="med"/>
                      <a:tailEnd type="none" w="med" len="med"/>
                    </a:lnT>
                    <a:lnB w="12700" cap="flat" cmpd="sng" algn="ctr">
                      <a:solidFill>
                        <a:srgbClr val="BEC0BB"/>
                      </a:solidFill>
                      <a:prstDash val="solid"/>
                      <a:round/>
                      <a:headEnd type="none" w="med" len="med"/>
                      <a:tailEnd type="none" w="med" len="med"/>
                    </a:lnB>
                  </a:tcPr>
                </a:tc>
                <a:tc>
                  <a:txBody>
                    <a:bodyPr/>
                    <a:lstStyle/>
                    <a:p>
                      <a:pPr indent="0" marL="0">
                        <a:lnSpc>
                          <a:spcPts val="1960"/>
                        </a:lnSpc>
                        <a:buNone/>
                      </a:pPr>
                      <a:r>
                        <a:rPr lang="en-US" sz="1400" dirty="0">
                          <a:solidFill>
                            <a:srgbClr val="14213D"/>
                          </a:solidFill>
                          <a:latin typeface="IBM Plex Sans" pitchFamily="34" charset="0"/>
                          <a:ea typeface="IBM Plex Sans" pitchFamily="34" charset="-122"/>
                          <a:cs typeface="IBM Plex Sans" pitchFamily="34" charset="-120"/>
                        </a:rPr>
                        <a:t>Abierto a todos</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BEC0BB"/>
                      </a:solidFill>
                      <a:prstDash val="solid"/>
                      <a:round/>
                      <a:headEnd type="none" w="med" len="med"/>
                      <a:tailEnd type="none" w="med" len="med"/>
                    </a:lnL>
                    <a:lnR w="12700" cap="flat" cmpd="sng" algn="ctr">
                      <a:solidFill>
                        <a:srgbClr val="BEC0BB"/>
                      </a:solidFill>
                      <a:prstDash val="solid"/>
                      <a:round/>
                      <a:headEnd type="none" w="med" len="med"/>
                      <a:tailEnd type="none" w="med" len="med"/>
                    </a:lnR>
                    <a:lnT w="12700" cap="flat" cmpd="sng" algn="ctr">
                      <a:solidFill>
                        <a:srgbClr val="BEC0BB"/>
                      </a:solidFill>
                      <a:prstDash val="solid"/>
                      <a:round/>
                      <a:headEnd type="none" w="med" len="med"/>
                      <a:tailEnd type="none" w="med" len="med"/>
                    </a:lnT>
                    <a:lnB w="12700" cap="flat" cmpd="sng" algn="ctr">
                      <a:solidFill>
                        <a:srgbClr val="BEC0BB"/>
                      </a:solidFill>
                      <a:prstDash val="solid"/>
                      <a:round/>
                      <a:headEnd type="none" w="med" len="med"/>
                      <a:tailEnd type="none" w="med" len="med"/>
                    </a:lnB>
                  </a:tcPr>
                </a:tc>
                <a:tc>
                  <a:txBody>
                    <a:bodyPr/>
                    <a:lstStyle/>
                    <a:p>
                      <a:pPr indent="0" marL="0">
                        <a:lnSpc>
                          <a:spcPts val="1960"/>
                        </a:lnSpc>
                        <a:buNone/>
                      </a:pPr>
                      <a:r>
                        <a:rPr lang="en-US" sz="1400" dirty="0">
                          <a:solidFill>
                            <a:srgbClr val="14213D"/>
                          </a:solidFill>
                          <a:latin typeface="IBM Plex Sans" pitchFamily="34" charset="0"/>
                          <a:ea typeface="IBM Plex Sans" pitchFamily="34" charset="-122"/>
                          <a:cs typeface="IBM Plex Sans" pitchFamily="34" charset="-120"/>
                        </a:rPr>
                        <a:t>Solo 10.10.10.0/24</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BEC0BB"/>
                      </a:solidFill>
                      <a:prstDash val="solid"/>
                      <a:round/>
                      <a:headEnd type="none" w="med" len="med"/>
                      <a:tailEnd type="none" w="med" len="med"/>
                    </a:lnL>
                    <a:lnR w="12700" cap="flat" cmpd="sng" algn="ctr">
                      <a:solidFill>
                        <a:srgbClr val="BEC0BB"/>
                      </a:solidFill>
                      <a:prstDash val="solid"/>
                      <a:round/>
                      <a:headEnd type="none" w="med" len="med"/>
                      <a:tailEnd type="none" w="med" len="med"/>
                    </a:lnR>
                    <a:lnT w="12700" cap="flat" cmpd="sng" algn="ctr">
                      <a:solidFill>
                        <a:srgbClr val="BEC0BB"/>
                      </a:solidFill>
                      <a:prstDash val="solid"/>
                      <a:round/>
                      <a:headEnd type="none" w="med" len="med"/>
                      <a:tailEnd type="none" w="med" len="med"/>
                    </a:lnT>
                    <a:lnB w="12700" cap="flat" cmpd="sng" algn="ctr">
                      <a:solidFill>
                        <a:srgbClr val="BEC0BB"/>
                      </a:solidFill>
                      <a:prstDash val="solid"/>
                      <a:round/>
                      <a:headEnd type="none" w="med" len="med"/>
                      <a:tailEnd type="none" w="med" len="med"/>
                    </a:lnB>
                  </a:tcPr>
                </a:tc>
              </a:tr>
              <a:tr h="386011">
                <a:tc>
                  <a:txBody>
                    <a:bodyPr/>
                    <a:lstStyle/>
                    <a:p>
                      <a:pPr indent="0" marL="0">
                        <a:lnSpc>
                          <a:spcPts val="1960"/>
                        </a:lnSpc>
                        <a:buNone/>
                      </a:pPr>
                      <a:r>
                        <a:rPr lang="en-US" sz="1400" dirty="0">
                          <a:solidFill>
                            <a:srgbClr val="14213D"/>
                          </a:solidFill>
                          <a:latin typeface="IBM Plex Sans" pitchFamily="34" charset="0"/>
                          <a:ea typeface="IBM Plex Sans" pitchFamily="34" charset="-122"/>
                          <a:cs typeface="IBM Plex Sans" pitchFamily="34" charset="-120"/>
                        </a:rPr>
                        <a:t>forward-tls-upstream @853</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BEC0BB"/>
                      </a:solidFill>
                      <a:prstDash val="solid"/>
                      <a:round/>
                      <a:headEnd type="none" w="med" len="med"/>
                      <a:tailEnd type="none" w="med" len="med"/>
                    </a:lnL>
                    <a:lnR w="12700" cap="flat" cmpd="sng" algn="ctr">
                      <a:solidFill>
                        <a:srgbClr val="BEC0BB"/>
                      </a:solidFill>
                      <a:prstDash val="solid"/>
                      <a:round/>
                      <a:headEnd type="none" w="med" len="med"/>
                      <a:tailEnd type="none" w="med" len="med"/>
                    </a:lnR>
                    <a:lnT w="12700" cap="flat" cmpd="sng" algn="ctr">
                      <a:solidFill>
                        <a:srgbClr val="BEC0BB"/>
                      </a:solidFill>
                      <a:prstDash val="solid"/>
                      <a:round/>
                      <a:headEnd type="none" w="med" len="med"/>
                      <a:tailEnd type="none" w="med" len="med"/>
                    </a:lnT>
                    <a:lnB w="12700" cap="flat" cmpd="sng" algn="ctr">
                      <a:solidFill>
                        <a:srgbClr val="BEC0BB"/>
                      </a:solidFill>
                      <a:prstDash val="solid"/>
                      <a:round/>
                      <a:headEnd type="none" w="med" len="med"/>
                      <a:tailEnd type="none" w="med" len="med"/>
                    </a:lnB>
                  </a:tcPr>
                </a:tc>
                <a:tc>
                  <a:txBody>
                    <a:bodyPr/>
                    <a:lstStyle/>
                    <a:p>
                      <a:pPr indent="0" marL="0">
                        <a:lnSpc>
                          <a:spcPts val="1960"/>
                        </a:lnSpc>
                        <a:buNone/>
                      </a:pPr>
                      <a:r>
                        <a:rPr lang="en-US" sz="1400" dirty="0">
                          <a:solidFill>
                            <a:srgbClr val="14213D"/>
                          </a:solidFill>
                          <a:latin typeface="IBM Plex Sans" pitchFamily="34" charset="0"/>
                          <a:ea typeface="IBM Plex Sans" pitchFamily="34" charset="-122"/>
                          <a:cs typeface="IBM Plex Sans" pitchFamily="34" charset="-120"/>
                        </a:rPr>
                        <a:t>Sale en claro por :53</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BEC0BB"/>
                      </a:solidFill>
                      <a:prstDash val="solid"/>
                      <a:round/>
                      <a:headEnd type="none" w="med" len="med"/>
                      <a:tailEnd type="none" w="med" len="med"/>
                    </a:lnL>
                    <a:lnR w="12700" cap="flat" cmpd="sng" algn="ctr">
                      <a:solidFill>
                        <a:srgbClr val="BEC0BB"/>
                      </a:solidFill>
                      <a:prstDash val="solid"/>
                      <a:round/>
                      <a:headEnd type="none" w="med" len="med"/>
                      <a:tailEnd type="none" w="med" len="med"/>
                    </a:lnR>
                    <a:lnT w="12700" cap="flat" cmpd="sng" algn="ctr">
                      <a:solidFill>
                        <a:srgbClr val="BEC0BB"/>
                      </a:solidFill>
                      <a:prstDash val="solid"/>
                      <a:round/>
                      <a:headEnd type="none" w="med" len="med"/>
                      <a:tailEnd type="none" w="med" len="med"/>
                    </a:lnT>
                    <a:lnB w="12700" cap="flat" cmpd="sng" algn="ctr">
                      <a:solidFill>
                        <a:srgbClr val="BEC0BB"/>
                      </a:solidFill>
                      <a:prstDash val="solid"/>
                      <a:round/>
                      <a:headEnd type="none" w="med" len="med"/>
                      <a:tailEnd type="none" w="med" len="med"/>
                    </a:lnB>
                  </a:tcPr>
                </a:tc>
                <a:tc>
                  <a:txBody>
                    <a:bodyPr/>
                    <a:lstStyle/>
                    <a:p>
                      <a:pPr indent="0" marL="0">
                        <a:lnSpc>
                          <a:spcPts val="1960"/>
                        </a:lnSpc>
                        <a:buNone/>
                      </a:pPr>
                      <a:r>
                        <a:rPr lang="en-US" sz="1400" dirty="0">
                          <a:solidFill>
                            <a:srgbClr val="14213D"/>
                          </a:solidFill>
                          <a:latin typeface="IBM Plex Sans" pitchFamily="34" charset="0"/>
                          <a:ea typeface="IBM Plex Sans" pitchFamily="34" charset="-122"/>
                          <a:cs typeface="IBM Plex Sans" pitchFamily="34" charset="-120"/>
                        </a:rPr>
                        <a:t>Sale cifrado (DoT)</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BEC0BB"/>
                      </a:solidFill>
                      <a:prstDash val="solid"/>
                      <a:round/>
                      <a:headEnd type="none" w="med" len="med"/>
                      <a:tailEnd type="none" w="med" len="med"/>
                    </a:lnL>
                    <a:lnR w="12700" cap="flat" cmpd="sng" algn="ctr">
                      <a:solidFill>
                        <a:srgbClr val="BEC0BB"/>
                      </a:solidFill>
                      <a:prstDash val="solid"/>
                      <a:round/>
                      <a:headEnd type="none" w="med" len="med"/>
                      <a:tailEnd type="none" w="med" len="med"/>
                    </a:lnR>
                    <a:lnT w="12700" cap="flat" cmpd="sng" algn="ctr">
                      <a:solidFill>
                        <a:srgbClr val="BEC0BB"/>
                      </a:solidFill>
                      <a:prstDash val="solid"/>
                      <a:round/>
                      <a:headEnd type="none" w="med" len="med"/>
                      <a:tailEnd type="none" w="med" len="med"/>
                    </a:lnT>
                    <a:lnB w="12700" cap="flat" cmpd="sng" algn="ctr">
                      <a:solidFill>
                        <a:srgbClr val="BEC0BB"/>
                      </a:solidFill>
                      <a:prstDash val="solid"/>
                      <a:round/>
                      <a:headEnd type="none" w="med" len="med"/>
                      <a:tailEnd type="none" w="med" len="med"/>
                    </a:lnB>
                  </a:tcPr>
                </a:tc>
              </a:tr>
            </a:tbl>
          </a:graphicData>
        </a:graphic>
      </p:graphicFrame>
      <p:sp>
        <p:nvSpPr>
          <p:cNvPr id="5" name="Text 2"/>
          <p:cNvSpPr/>
          <p:nvPr/>
        </p:nvSpPr>
        <p:spPr>
          <a:xfrm>
            <a:off x="812800" y="4127103"/>
            <a:ext cx="10883392" cy="577850"/>
          </a:xfrm>
          <a:prstGeom prst="rect">
            <a:avLst/>
          </a:prstGeom>
          <a:noFill/>
          <a:ln/>
        </p:spPr>
        <p:txBody>
          <a:bodyPr wrap="square" lIns="0" tIns="0" rIns="0" bIns="0" rtlCol="0" anchor="t">
            <a:normAutofit/>
          </a:bodyPr>
          <a:lstStyle/>
          <a:p>
            <a:pPr algn="l" indent="0" marL="0">
              <a:lnSpc>
                <a:spcPts val="2175"/>
              </a:lnSpc>
              <a:buNone/>
            </a:pPr>
            <a:r>
              <a:rPr lang="en-US" sz="1500" dirty="0">
                <a:solidFill>
                  <a:srgbClr val="4A5568"/>
                </a:solidFill>
                <a:latin typeface="IBM Plex Sans" pitchFamily="34" charset="0"/>
                <a:ea typeface="IBM Plex Sans" pitchFamily="34" charset="-122"/>
                <a:cs typeface="IBM Plex Sans" pitchFamily="34" charset="-120"/>
              </a:rPr>
              <a:t>.internal no existe en la raíz firmada: DNSSEC veía la respuesta de ns1 como </a:t>
            </a:r>
            <a:r>
              <a:rPr lang="en-US" sz="1500" b="1" dirty="0">
                <a:solidFill>
                  <a:srgbClr val="4A5568"/>
                </a:solidFill>
                <a:latin typeface="IBM Plex Sans" pitchFamily="34" charset="0"/>
                <a:ea typeface="IBM Plex Sans" pitchFamily="34" charset="-122"/>
                <a:cs typeface="IBM Plex Sans" pitchFamily="34" charset="-120"/>
              </a:rPr>
              <a:t>falsa</a:t>
            </a:r>
            <a:r>
              <a:rPr lang="en-US" sz="1500" dirty="0">
                <a:solidFill>
                  <a:srgbClr val="4A5568"/>
                </a:solidFill>
                <a:latin typeface="IBM Plex Sans" pitchFamily="34" charset="0"/>
                <a:ea typeface="IBM Plex Sans" pitchFamily="34" charset="-122"/>
                <a:cs typeface="IBM Plex Sans" pitchFamily="34" charset="-120"/>
              </a:rPr>
              <a:t>. Por eso las zonas privadas se marcan como inseguras, sin apagar DNSSEC para internet.</a:t>
            </a:r>
            <a:endParaRPr lang="en-US" sz="15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EEF0EA"/>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B04E1C"/>
                </a:solidFill>
                <a:latin typeface="IBM Plex Sans" pitchFamily="34" charset="0"/>
                <a:ea typeface="IBM Plex Sans" pitchFamily="34" charset="-122"/>
                <a:cs typeface="IBM Plex Sans" pitchFamily="34" charset="-120"/>
              </a:rPr>
              <a:t>LABORATORIO 8 · PROTECCIÓN</a:t>
            </a:r>
            <a:endParaRPr lang="en-US" sz="1200" dirty="0"/>
          </a:p>
        </p:txBody>
      </p:sp>
      <p:sp>
        <p:nvSpPr>
          <p:cNvPr id="3" name="Text 1"/>
          <p:cNvSpPr/>
          <p:nvPr>
            <p:ph type="title"/>
          </p:nvPr>
        </p:nvSpPr>
        <p:spPr>
          <a:xfrm>
            <a:off x="812800" y="1127720"/>
            <a:ext cx="10883392" cy="47243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4213D"/>
                </a:solidFill>
                <a:latin typeface="IBM Plex Sans" pitchFamily="34" charset="0"/>
                <a:ea typeface="IBM Plex Sans" pitchFamily="34" charset="-122"/>
                <a:cs typeface="IBM Plex Sans" pitchFamily="34" charset="-120"/>
              </a:rPr>
              <a:t>RPZ, caché y DNSSEC</a:t>
            </a:r>
            <a:endParaRPr lang="en-US" sz="3200" dirty="0"/>
          </a:p>
        </p:txBody>
      </p:sp>
      <p:sp>
        <p:nvSpPr>
          <p:cNvPr id="4" name="Shape 2"/>
          <p:cNvSpPr/>
          <p:nvPr/>
        </p:nvSpPr>
        <p:spPr>
          <a:xfrm>
            <a:off x="812800" y="1930350"/>
            <a:ext cx="3403600" cy="1810891"/>
          </a:xfrm>
          <a:prstGeom prst="roundRect">
            <a:avLst>
              <a:gd name="adj" fmla="val 5610"/>
            </a:avLst>
          </a:prstGeom>
          <a:solidFill>
            <a:srgbClr val="FBFBF8"/>
          </a:solidFill>
          <a:ln/>
        </p:spPr>
      </p:sp>
      <p:sp>
        <p:nvSpPr>
          <p:cNvPr id="5" name="Text 3"/>
          <p:cNvSpPr/>
          <p:nvPr/>
        </p:nvSpPr>
        <p:spPr>
          <a:xfrm>
            <a:off x="1066800" y="2184350"/>
            <a:ext cx="2982468"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4213D"/>
                </a:solidFill>
                <a:latin typeface="IBM Plex Sans" pitchFamily="34" charset="0"/>
                <a:ea typeface="IBM Plex Sans" pitchFamily="34" charset="-122"/>
                <a:cs typeface="IBM Plex Sans" pitchFamily="34" charset="-120"/>
              </a:rPr>
              <a:t>RPZ</a:t>
            </a:r>
            <a:endParaRPr lang="en-US" sz="1600" dirty="0"/>
          </a:p>
        </p:txBody>
      </p:sp>
      <p:sp>
        <p:nvSpPr>
          <p:cNvPr id="6" name="Text 4"/>
          <p:cNvSpPr/>
          <p:nvPr/>
        </p:nvSpPr>
        <p:spPr>
          <a:xfrm>
            <a:off x="1066800" y="2529780"/>
            <a:ext cx="2982468" cy="982861"/>
          </a:xfrm>
          <a:prstGeom prst="rect">
            <a:avLst/>
          </a:prstGeom>
          <a:noFill/>
          <a:ln/>
        </p:spPr>
        <p:txBody>
          <a:bodyPr wrap="square" lIns="0" tIns="0" rIns="0" bIns="0" rtlCol="0" anchor="t">
            <a:normAutofit/>
          </a:bodyPr>
          <a:lstStyle/>
          <a:p>
            <a:pPr algn="l" indent="0" marL="0">
              <a:lnSpc>
                <a:spcPts val="1885"/>
              </a:lnSpc>
              <a:buNone/>
            </a:pPr>
            <a:r>
              <a:rPr lang="en-US" sz="1300" dirty="0">
                <a:solidFill>
                  <a:srgbClr val="4A5568"/>
                </a:solidFill>
                <a:latin typeface="IBM Plex Sans" pitchFamily="34" charset="0"/>
                <a:ea typeface="IBM Plex Sans" pitchFamily="34" charset="-122"/>
                <a:cs typeface="IBM Plex Sans" pitchFamily="34" charset="-120"/>
              </a:rPr>
              <a:t>apuestas y subdominios → </a:t>
            </a:r>
            <a:r>
              <a:rPr lang="en-US" sz="1300" b="1" dirty="0">
                <a:solidFill>
                  <a:srgbClr val="4A5568"/>
                </a:solidFill>
                <a:latin typeface="IBM Plex Sans" pitchFamily="34" charset="0"/>
                <a:ea typeface="IBM Plex Sans" pitchFamily="34" charset="-122"/>
                <a:cs typeface="IBM Plex Sans" pitchFamily="34" charset="-120"/>
              </a:rPr>
              <a:t>NXDOMAIN</a:t>
            </a:r>
            <a:endParaRPr lang="en-US" sz="1300" dirty="0"/>
          </a:p>
          <a:p>
            <a:pPr algn="l" indent="0" marL="0">
              <a:lnSpc>
                <a:spcPts val="1885"/>
              </a:lnSpc>
              <a:buNone/>
            </a:pPr>
            <a:r>
              <a:rPr lang="en-US" sz="1300" dirty="0">
                <a:solidFill>
                  <a:srgbClr val="4A5568"/>
                </a:solidFill>
                <a:latin typeface="IBM Plex Sans" pitchFamily="34" charset="0"/>
                <a:ea typeface="IBM Plex Sans" pitchFamily="34" charset="-122"/>
                <a:cs typeface="IBM Plex Sans" pitchFamily="34" charset="-120"/>
              </a:rPr>
              <a:t>phishing → </a:t>
            </a:r>
            <a:r>
              <a:rPr lang="en-US" sz="1300" b="1" dirty="0">
                <a:solidFill>
                  <a:srgbClr val="4A5568"/>
                </a:solidFill>
                <a:latin typeface="IBM Plex Sans" pitchFamily="34" charset="0"/>
                <a:ea typeface="IBM Plex Sans" pitchFamily="34" charset="-122"/>
                <a:cs typeface="IBM Plex Sans" pitchFamily="34" charset="-120"/>
              </a:rPr>
              <a:t>10.10.10.20</a:t>
            </a:r>
            <a:endParaRPr lang="en-US" sz="1300" dirty="0"/>
          </a:p>
          <a:p>
            <a:pPr algn="l" indent="0" marL="0">
              <a:lnSpc>
                <a:spcPts val="1885"/>
              </a:lnSpc>
              <a:buNone/>
            </a:pPr>
            <a:r>
              <a:rPr lang="en-US" sz="1300" dirty="0">
                <a:solidFill>
                  <a:srgbClr val="4A5568"/>
                </a:solidFill>
                <a:latin typeface="IBM Plex Sans" pitchFamily="34" charset="0"/>
                <a:ea typeface="IBM Plex Sans" pitchFamily="34" charset="-122"/>
                <a:cs typeface="IBM Plex Sans" pitchFamily="34" charset="-120"/>
              </a:rPr>
              <a:t>rastreador → </a:t>
            </a:r>
            <a:r>
              <a:rPr lang="en-US" sz="1300" b="1" dirty="0">
                <a:solidFill>
                  <a:srgbClr val="4A5568"/>
                </a:solidFill>
                <a:latin typeface="IBM Plex Sans" pitchFamily="34" charset="0"/>
                <a:ea typeface="IBM Plex Sans" pitchFamily="34" charset="-122"/>
                <a:cs typeface="IBM Plex Sans" pitchFamily="34" charset="-120"/>
              </a:rPr>
              <a:t>NODATA</a:t>
            </a:r>
            <a:endParaRPr lang="en-US" sz="1300" dirty="0"/>
          </a:p>
        </p:txBody>
      </p:sp>
      <p:sp>
        <p:nvSpPr>
          <p:cNvPr id="7" name="Shape 5"/>
          <p:cNvSpPr/>
          <p:nvPr/>
        </p:nvSpPr>
        <p:spPr>
          <a:xfrm>
            <a:off x="4394200" y="1930350"/>
            <a:ext cx="3403600" cy="1810891"/>
          </a:xfrm>
          <a:prstGeom prst="roundRect">
            <a:avLst>
              <a:gd name="adj" fmla="val 5610"/>
            </a:avLst>
          </a:prstGeom>
          <a:solidFill>
            <a:srgbClr val="FBFBF8"/>
          </a:solidFill>
          <a:ln/>
        </p:spPr>
      </p:sp>
      <p:sp>
        <p:nvSpPr>
          <p:cNvPr id="8" name="Text 6"/>
          <p:cNvSpPr/>
          <p:nvPr/>
        </p:nvSpPr>
        <p:spPr>
          <a:xfrm>
            <a:off x="4648200" y="2184350"/>
            <a:ext cx="2982468"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4213D"/>
                </a:solidFill>
                <a:latin typeface="IBM Plex Sans" pitchFamily="34" charset="0"/>
                <a:ea typeface="IBM Plex Sans" pitchFamily="34" charset="-122"/>
                <a:cs typeface="IBM Plex Sans" pitchFamily="34" charset="-120"/>
              </a:rPr>
              <a:t>Caché</a:t>
            </a:r>
            <a:endParaRPr lang="en-US" sz="1600" dirty="0"/>
          </a:p>
        </p:txBody>
      </p:sp>
      <p:sp>
        <p:nvSpPr>
          <p:cNvPr id="9" name="Text 7"/>
          <p:cNvSpPr/>
          <p:nvPr/>
        </p:nvSpPr>
        <p:spPr>
          <a:xfrm>
            <a:off x="4648200" y="2529780"/>
            <a:ext cx="2982468" cy="482600"/>
          </a:xfrm>
          <a:prstGeom prst="rect">
            <a:avLst/>
          </a:prstGeom>
          <a:noFill/>
          <a:ln/>
        </p:spPr>
        <p:txBody>
          <a:bodyPr wrap="square" lIns="0" tIns="0" rIns="0" bIns="0" rtlCol="0" anchor="t">
            <a:normAutofit/>
          </a:bodyPr>
          <a:lstStyle/>
          <a:p>
            <a:pPr algn="l" indent="0" marL="0">
              <a:lnSpc>
                <a:spcPts val="3600"/>
              </a:lnSpc>
              <a:buNone/>
            </a:pPr>
            <a:r>
              <a:rPr lang="en-US" sz="3600" b="1" dirty="0">
                <a:solidFill>
                  <a:srgbClr val="14213D"/>
                </a:solidFill>
                <a:latin typeface="IBM Plex Sans" pitchFamily="34" charset="0"/>
                <a:ea typeface="IBM Plex Sans" pitchFamily="34" charset="-122"/>
                <a:cs typeface="IBM Plex Sans" pitchFamily="34" charset="-120"/>
              </a:rPr>
              <a:t>996 → 4 ms</a:t>
            </a:r>
            <a:endParaRPr lang="en-US" sz="3600" dirty="0"/>
          </a:p>
        </p:txBody>
      </p:sp>
      <p:sp>
        <p:nvSpPr>
          <p:cNvPr id="10" name="Text 8"/>
          <p:cNvSpPr/>
          <p:nvPr/>
        </p:nvSpPr>
        <p:spPr>
          <a:xfrm>
            <a:off x="4648200" y="3088580"/>
            <a:ext cx="2982468" cy="264765"/>
          </a:xfrm>
          <a:prstGeom prst="rect">
            <a:avLst/>
          </a:prstGeom>
          <a:noFill/>
          <a:ln/>
        </p:spPr>
        <p:txBody>
          <a:bodyPr wrap="square" lIns="0" tIns="0" rIns="0" bIns="0" rtlCol="0" anchor="t">
            <a:normAutofit/>
          </a:bodyPr>
          <a:lstStyle/>
          <a:p>
            <a:pPr algn="l" indent="0" marL="0">
              <a:lnSpc>
                <a:spcPts val="1885"/>
              </a:lnSpc>
              <a:buNone/>
            </a:pPr>
            <a:r>
              <a:rPr lang="en-US" sz="1300" dirty="0">
                <a:solidFill>
                  <a:srgbClr val="4A5568"/>
                </a:solidFill>
                <a:latin typeface="IBM Plex Sans" pitchFamily="34" charset="0"/>
                <a:ea typeface="IBM Plex Sans" pitchFamily="34" charset="-122"/>
                <a:cs typeface="IBM Plex Sans" pitchFamily="34" charset="-120"/>
              </a:rPr>
              <a:t>www.bcb.gob.bo, segunda consulta</a:t>
            </a:r>
            <a:endParaRPr lang="en-US" sz="1300" dirty="0"/>
          </a:p>
        </p:txBody>
      </p:sp>
      <p:sp>
        <p:nvSpPr>
          <p:cNvPr id="11" name="Shape 9"/>
          <p:cNvSpPr/>
          <p:nvPr/>
        </p:nvSpPr>
        <p:spPr>
          <a:xfrm>
            <a:off x="7975600" y="1930350"/>
            <a:ext cx="3403600" cy="1810891"/>
          </a:xfrm>
          <a:prstGeom prst="roundRect">
            <a:avLst>
              <a:gd name="adj" fmla="val 5610"/>
            </a:avLst>
          </a:prstGeom>
          <a:solidFill>
            <a:srgbClr val="FBFBF8"/>
          </a:solidFill>
          <a:ln/>
        </p:spPr>
      </p:sp>
      <p:sp>
        <p:nvSpPr>
          <p:cNvPr id="12" name="Text 10"/>
          <p:cNvSpPr/>
          <p:nvPr/>
        </p:nvSpPr>
        <p:spPr>
          <a:xfrm>
            <a:off x="8229600" y="2184350"/>
            <a:ext cx="2982468"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4213D"/>
                </a:solidFill>
                <a:latin typeface="IBM Plex Sans" pitchFamily="34" charset="0"/>
                <a:ea typeface="IBM Plex Sans" pitchFamily="34" charset="-122"/>
                <a:cs typeface="IBM Plex Sans" pitchFamily="34" charset="-120"/>
              </a:rPr>
              <a:t>DNSSEC</a:t>
            </a:r>
            <a:endParaRPr lang="en-US" sz="1600" dirty="0"/>
          </a:p>
        </p:txBody>
      </p:sp>
      <p:sp>
        <p:nvSpPr>
          <p:cNvPr id="13" name="Text 11"/>
          <p:cNvSpPr/>
          <p:nvPr/>
        </p:nvSpPr>
        <p:spPr>
          <a:xfrm>
            <a:off x="8229600" y="2529780"/>
            <a:ext cx="2982468" cy="743496"/>
          </a:xfrm>
          <a:prstGeom prst="rect">
            <a:avLst/>
          </a:prstGeom>
          <a:noFill/>
          <a:ln/>
        </p:spPr>
        <p:txBody>
          <a:bodyPr wrap="square" lIns="0" tIns="0" rIns="0" bIns="0" rtlCol="0" anchor="t">
            <a:normAutofit/>
          </a:bodyPr>
          <a:lstStyle/>
          <a:p>
            <a:pPr algn="l" indent="0" marL="0">
              <a:lnSpc>
                <a:spcPts val="1885"/>
              </a:lnSpc>
              <a:buNone/>
            </a:pPr>
            <a:r>
              <a:rPr lang="en-US" sz="1300" dirty="0">
                <a:solidFill>
                  <a:srgbClr val="4A5568"/>
                </a:solidFill>
                <a:latin typeface="IBM Plex Sans" pitchFamily="34" charset="0"/>
                <a:ea typeface="IBM Plex Sans" pitchFamily="34" charset="-122"/>
                <a:cs typeface="IBM Plex Sans" pitchFamily="34" charset="-120"/>
              </a:rPr>
              <a:t>cloudflare.com → bandera </a:t>
            </a:r>
            <a:r>
              <a:rPr lang="en-US" sz="1300" b="1" dirty="0">
                <a:solidFill>
                  <a:srgbClr val="4A5568"/>
                </a:solidFill>
                <a:latin typeface="IBM Plex Sans" pitchFamily="34" charset="0"/>
                <a:ea typeface="IBM Plex Sans" pitchFamily="34" charset="-122"/>
                <a:cs typeface="IBM Plex Sans" pitchFamily="34" charset="-120"/>
              </a:rPr>
              <a:t>ad</a:t>
            </a:r>
            <a:r>
              <a:rPr lang="en-US" sz="1300" dirty="0">
                <a:solidFill>
                  <a:srgbClr val="4A5568"/>
                </a:solidFill>
                <a:latin typeface="IBM Plex Sans" pitchFamily="34" charset="0"/>
                <a:ea typeface="IBM Plex Sans" pitchFamily="34" charset="-122"/>
                <a:cs typeface="IBM Plex Sans" pitchFamily="34" charset="-120"/>
              </a:rPr>
              <a:t> (validado)</a:t>
            </a:r>
            <a:endParaRPr lang="en-US" sz="1300" dirty="0"/>
          </a:p>
          <a:p>
            <a:pPr algn="l" indent="0" marL="0">
              <a:lnSpc>
                <a:spcPts val="1885"/>
              </a:lnSpc>
              <a:buNone/>
            </a:pPr>
            <a:r>
              <a:rPr lang="en-US" sz="1300" dirty="0">
                <a:solidFill>
                  <a:srgbClr val="4A5568"/>
                </a:solidFill>
                <a:latin typeface="IBM Plex Sans" pitchFamily="34" charset="0"/>
                <a:ea typeface="IBM Plex Sans" pitchFamily="34" charset="-122"/>
                <a:cs typeface="IBM Plex Sans" pitchFamily="34" charset="-120"/>
              </a:rPr>
              <a:t>dnssec-failed.org → </a:t>
            </a:r>
            <a:r>
              <a:rPr lang="en-US" sz="1300" b="1" dirty="0">
                <a:solidFill>
                  <a:srgbClr val="4A5568"/>
                </a:solidFill>
                <a:latin typeface="IBM Plex Sans" pitchFamily="34" charset="0"/>
                <a:ea typeface="IBM Plex Sans" pitchFamily="34" charset="-122"/>
                <a:cs typeface="IBM Plex Sans" pitchFamily="34" charset="-120"/>
              </a:rPr>
              <a:t>SERVFAIL</a:t>
            </a:r>
            <a:endParaRPr lang="en-US" sz="1300" dirty="0"/>
          </a:p>
        </p:txBody>
      </p:sp>
      <p:sp>
        <p:nvSpPr>
          <p:cNvPr id="14" name="Text 12"/>
          <p:cNvSpPr/>
          <p:nvPr/>
        </p:nvSpPr>
        <p:spPr>
          <a:xfrm>
            <a:off x="812800" y="4096841"/>
            <a:ext cx="10883392" cy="301625"/>
          </a:xfrm>
          <a:prstGeom prst="rect">
            <a:avLst/>
          </a:prstGeom>
          <a:noFill/>
          <a:ln/>
        </p:spPr>
        <p:txBody>
          <a:bodyPr wrap="square" lIns="0" tIns="0" rIns="0" bIns="0" rtlCol="0" anchor="t">
            <a:normAutofit/>
          </a:bodyPr>
          <a:lstStyle/>
          <a:p>
            <a:pPr algn="l" indent="0" marL="0">
              <a:lnSpc>
                <a:spcPts val="2175"/>
              </a:lnSpc>
              <a:buNone/>
            </a:pPr>
            <a:r>
              <a:rPr lang="en-US" sz="1500" dirty="0">
                <a:solidFill>
                  <a:srgbClr val="4A5568"/>
                </a:solidFill>
                <a:latin typeface="IBM Plex Sans" pitchFamily="34" charset="0"/>
                <a:ea typeface="IBM Plex Sans" pitchFamily="34" charset="-122"/>
                <a:cs typeface="IBM Plex Sans" pitchFamily="34" charset="-120"/>
              </a:rPr>
              <a:t>DNSSEC </a:t>
            </a:r>
            <a:r>
              <a:rPr lang="en-US" sz="1500" b="1" dirty="0">
                <a:solidFill>
                  <a:srgbClr val="4A5568"/>
                </a:solidFill>
                <a:latin typeface="IBM Plex Sans" pitchFamily="34" charset="0"/>
                <a:ea typeface="IBM Plex Sans" pitchFamily="34" charset="-122"/>
                <a:cs typeface="IBM Plex Sans" pitchFamily="34" charset="-120"/>
              </a:rPr>
              <a:t>autentica</a:t>
            </a:r>
            <a:r>
              <a:rPr lang="en-US" sz="1500" dirty="0">
                <a:solidFill>
                  <a:srgbClr val="4A5568"/>
                </a:solidFill>
                <a:latin typeface="IBM Plex Sans" pitchFamily="34" charset="0"/>
                <a:ea typeface="IBM Plex Sans" pitchFamily="34" charset="-122"/>
                <a:cs typeface="IBM Plex Sans" pitchFamily="34" charset="-120"/>
              </a:rPr>
              <a:t> las respuestas, pero no las cifra: eso lo hace DoT.</a:t>
            </a:r>
            <a:endParaRPr lang="en-US" sz="15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EEF0EA"/>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B04E1C"/>
                </a:solidFill>
                <a:latin typeface="IBM Plex Sans" pitchFamily="34" charset="0"/>
                <a:ea typeface="IBM Plex Sans" pitchFamily="34" charset="-122"/>
                <a:cs typeface="IBM Plex Sans" pitchFamily="34" charset="-120"/>
              </a:rPr>
              <a:t>LABORATORIO 8 · ¿SALE CIFRADO?</a:t>
            </a:r>
            <a:endParaRPr lang="en-US" sz="1200" dirty="0"/>
          </a:p>
        </p:txBody>
      </p:sp>
      <p:sp>
        <p:nvSpPr>
          <p:cNvPr id="3" name="Text 1"/>
          <p:cNvSpPr/>
          <p:nvPr>
            <p:ph type="title"/>
          </p:nvPr>
        </p:nvSpPr>
        <p:spPr>
          <a:xfrm>
            <a:off x="812800" y="1127720"/>
            <a:ext cx="10883392" cy="47243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4213D"/>
                </a:solidFill>
                <a:latin typeface="IBM Plex Sans" pitchFamily="34" charset="0"/>
                <a:ea typeface="IBM Plex Sans" pitchFamily="34" charset="-122"/>
                <a:cs typeface="IBM Plex Sans" pitchFamily="34" charset="-120"/>
              </a:rPr>
              <a:t>tcpdump con DoT y sin DoT</a:t>
            </a:r>
            <a:endParaRPr lang="en-US" sz="3200" dirty="0"/>
          </a:p>
        </p:txBody>
      </p:sp>
      <p:sp>
        <p:nvSpPr>
          <p:cNvPr id="4" name="Shape 2"/>
          <p:cNvSpPr/>
          <p:nvPr/>
        </p:nvSpPr>
        <p:spPr>
          <a:xfrm>
            <a:off x="812800" y="1828750"/>
            <a:ext cx="5156200" cy="2794000"/>
          </a:xfrm>
          <a:prstGeom prst="roundRect">
            <a:avLst>
              <a:gd name="adj" fmla="val 3636"/>
            </a:avLst>
          </a:prstGeom>
          <a:solidFill>
            <a:srgbClr val="0C0C0C"/>
          </a:solidFill>
          <a:ln/>
        </p:spPr>
      </p:sp>
      <p:pic>
        <p:nvPicPr>
          <p:cNvPr id="5" name="Image 0" descr="Captura con DoT: conexiones TLS desde 10.10.10.4 hacia 9.9.9.9 y 1.1.1.1 en el puerto 853">    </p:cNvPr>
          <p:cNvPicPr>
            <a:picLocks noChangeAspect="1"/>
          </p:cNvPicPr>
          <p:nvPr/>
        </p:nvPicPr>
        <p:blipFill>
          <a:blip r:embed="rId1"/>
          <a:stretch>
            <a:fillRect/>
          </a:stretch>
        </p:blipFill>
        <p:spPr>
          <a:xfrm>
            <a:off x="907344" y="1828750"/>
            <a:ext cx="4967111" cy="2794000"/>
          </a:xfrm>
          <a:custGeom>
            <a:avLst/>
            <a:gdLst/>
            <a:ahLst/>
            <a:cxnLst/>
            <a:rect l="l" t="t" r="r" b="b"/>
            <a:pathLst>
              <a:path w="4967111" h="2794000">
                <a:moveTo>
                  <a:pt x="0" y="245"/>
                </a:moveTo>
                <a:arcTo wR="101600" hR="101600" stAng="15961075" swAng="238925"/>
                <a:lnTo>
                  <a:pt x="4960056" y="0"/>
                </a:lnTo>
                <a:arcTo wR="101600" hR="101600" stAng="16200000" swAng="238925"/>
                <a:lnTo>
                  <a:pt x="4967111" y="2793755"/>
                </a:lnTo>
                <a:arcTo wR="101600" hR="101600" stAng="5161075" swAng="238925"/>
                <a:lnTo>
                  <a:pt x="7056" y="2794000"/>
                </a:lnTo>
                <a:arcTo wR="101600" hR="101600" stAng="5400000" swAng="238925"/>
                <a:close/>
              </a:path>
            </a:pathLst>
          </a:custGeom>
        </p:spPr>
      </p:pic>
      <p:sp>
        <p:nvSpPr>
          <p:cNvPr id="6" name="Text 3"/>
          <p:cNvSpPr/>
          <p:nvPr/>
        </p:nvSpPr>
        <p:spPr>
          <a:xfrm>
            <a:off x="812800" y="4724350"/>
            <a:ext cx="5310886" cy="27429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4213D"/>
                </a:solidFill>
                <a:latin typeface="IBM Plex Sans" pitchFamily="34" charset="0"/>
                <a:ea typeface="IBM Plex Sans" pitchFamily="34" charset="-122"/>
                <a:cs typeface="IBM Plex Sans" pitchFamily="34" charset="-120"/>
              </a:rPr>
              <a:t>Con DoT:</a:t>
            </a:r>
            <a:r>
              <a:rPr lang="en-US" sz="1400" dirty="0">
                <a:solidFill>
                  <a:srgbClr val="14213D"/>
                </a:solidFill>
                <a:latin typeface="IBM Plex Sans" pitchFamily="34" charset="0"/>
                <a:ea typeface="IBM Plex Sans" pitchFamily="34" charset="-122"/>
                <a:cs typeface="IBM Plex Sans" pitchFamily="34" charset="-120"/>
              </a:rPr>
              <a:t> 49 paquetes, todos al </a:t>
            </a:r>
            <a:r>
              <a:rPr lang="en-US" sz="1400" b="1" dirty="0">
                <a:solidFill>
                  <a:srgbClr val="14213D"/>
                </a:solidFill>
                <a:latin typeface="IBM Plex Sans" pitchFamily="34" charset="0"/>
                <a:ea typeface="IBM Plex Sans" pitchFamily="34" charset="-122"/>
                <a:cs typeface="IBM Plex Sans" pitchFamily="34" charset="-120"/>
              </a:rPr>
              <a:t>:853</a:t>
            </a:r>
            <a:r>
              <a:rPr lang="en-US" sz="1400" dirty="0">
                <a:solidFill>
                  <a:srgbClr val="14213D"/>
                </a:solidFill>
                <a:latin typeface="IBM Plex Sans" pitchFamily="34" charset="0"/>
                <a:ea typeface="IBM Plex Sans" pitchFamily="34" charset="-122"/>
                <a:cs typeface="IBM Plex Sans" pitchFamily="34" charset="-120"/>
              </a:rPr>
              <a:t>. Solo se ven tamaños.</a:t>
            </a:r>
            <a:endParaRPr lang="en-US" sz="1400" dirty="0"/>
          </a:p>
        </p:txBody>
      </p:sp>
      <p:sp>
        <p:nvSpPr>
          <p:cNvPr id="7" name="Shape 4"/>
          <p:cNvSpPr/>
          <p:nvPr/>
        </p:nvSpPr>
        <p:spPr>
          <a:xfrm>
            <a:off x="6223000" y="1828750"/>
            <a:ext cx="5156200" cy="2794000"/>
          </a:xfrm>
          <a:prstGeom prst="roundRect">
            <a:avLst>
              <a:gd name="adj" fmla="val 3636"/>
            </a:avLst>
          </a:prstGeom>
          <a:solidFill>
            <a:srgbClr val="0C0C0C"/>
          </a:solidFill>
          <a:ln/>
        </p:spPr>
      </p:sp>
      <p:pic>
        <p:nvPicPr>
          <p:cNvPr id="8" name="Image 1" descr="Captura sin DoT: consultas en claro al puerto 53 mostrando A? www.upds.edu.bo y A? www.wikipedia.org">    </p:cNvPr>
          <p:cNvPicPr>
            <a:picLocks noChangeAspect="1"/>
          </p:cNvPicPr>
          <p:nvPr/>
        </p:nvPicPr>
        <p:blipFill>
          <a:blip r:embed="rId2"/>
          <a:stretch>
            <a:fillRect/>
          </a:stretch>
        </p:blipFill>
        <p:spPr>
          <a:xfrm>
            <a:off x="6223000" y="2006024"/>
            <a:ext cx="5156200" cy="2439453"/>
          </a:xfrm>
          <a:prstGeom prst="rect">
            <a:avLst/>
          </a:prstGeom>
        </p:spPr>
      </p:pic>
      <p:sp>
        <p:nvSpPr>
          <p:cNvPr id="9" name="Text 5"/>
          <p:cNvSpPr/>
          <p:nvPr/>
        </p:nvSpPr>
        <p:spPr>
          <a:xfrm>
            <a:off x="6223000" y="4724350"/>
            <a:ext cx="5969000" cy="27429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4213D"/>
                </a:solidFill>
                <a:latin typeface="IBM Plex Sans" pitchFamily="34" charset="0"/>
                <a:ea typeface="IBM Plex Sans" pitchFamily="34" charset="-122"/>
                <a:cs typeface="IBM Plex Sans" pitchFamily="34" charset="-120"/>
              </a:rPr>
              <a:t>Sin DoT:</a:t>
            </a:r>
            <a:r>
              <a:rPr lang="en-US" sz="1400" dirty="0">
                <a:solidFill>
                  <a:srgbClr val="14213D"/>
                </a:solidFill>
                <a:latin typeface="IBM Plex Sans" pitchFamily="34" charset="0"/>
                <a:ea typeface="IBM Plex Sans" pitchFamily="34" charset="-122"/>
                <a:cs typeface="IBM Plex Sans" pitchFamily="34" charset="-120"/>
              </a:rPr>
              <a:t> 15 paquetes al </a:t>
            </a:r>
            <a:r>
              <a:rPr lang="en-US" sz="1400" b="1" dirty="0">
                <a:solidFill>
                  <a:srgbClr val="14213D"/>
                </a:solidFill>
                <a:latin typeface="IBM Plex Sans" pitchFamily="34" charset="0"/>
                <a:ea typeface="IBM Plex Sans" pitchFamily="34" charset="-122"/>
                <a:cs typeface="IBM Plex Sans" pitchFamily="34" charset="-120"/>
              </a:rPr>
              <a:t>:53</a:t>
            </a:r>
            <a:r>
              <a:rPr lang="en-US" sz="1400" dirty="0">
                <a:solidFill>
                  <a:srgbClr val="14213D"/>
                </a:solidFill>
                <a:latin typeface="IBM Plex Sans" pitchFamily="34" charset="0"/>
                <a:ea typeface="IBM Plex Sans" pitchFamily="34" charset="-122"/>
                <a:cs typeface="IBM Plex Sans" pitchFamily="34" charset="-120"/>
              </a:rPr>
              <a:t> con </a:t>
            </a:r>
            <a:r>
              <a:rPr lang="en-US" sz="1400" b="1" dirty="0">
                <a:solidFill>
                  <a:srgbClr val="14213D"/>
                </a:solidFill>
                <a:latin typeface="IBM Plex Sans" pitchFamily="34" charset="0"/>
                <a:ea typeface="IBM Plex Sans" pitchFamily="34" charset="-122"/>
                <a:cs typeface="IBM Plex Sans" pitchFamily="34" charset="-120"/>
              </a:rPr>
              <a:t>A? www.upds.edu.bo.</a:t>
            </a:r>
            <a:r>
              <a:rPr lang="en-US" sz="1400" dirty="0">
                <a:solidFill>
                  <a:srgbClr val="14213D"/>
                </a:solidFill>
                <a:latin typeface="IBM Plex Sans" pitchFamily="34" charset="0"/>
                <a:ea typeface="IBM Plex Sans" pitchFamily="34" charset="-122"/>
                <a:cs typeface="IBM Plex Sans" pitchFamily="34" charset="-120"/>
              </a:rPr>
              <a:t> legible.</a:t>
            </a:r>
            <a:endParaRPr lang="en-US" sz="14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EEF0EA"/>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B04E1C"/>
                </a:solidFill>
                <a:latin typeface="IBM Plex Sans" pitchFamily="34" charset="0"/>
                <a:ea typeface="IBM Plex Sans" pitchFamily="34" charset="-122"/>
                <a:cs typeface="IBM Plex Sans" pitchFamily="34" charset="-120"/>
              </a:rPr>
              <a:t>LABORATORIO 8 · CLIENTE Y DNS COMO CÓDIGO</a:t>
            </a:r>
            <a:endParaRPr lang="en-US" sz="1200" dirty="0"/>
          </a:p>
        </p:txBody>
      </p:sp>
      <p:sp>
        <p:nvSpPr>
          <p:cNvPr id="3" name="Text 1"/>
          <p:cNvSpPr/>
          <p:nvPr>
            <p:ph type="title"/>
          </p:nvPr>
        </p:nvSpPr>
        <p:spPr>
          <a:xfrm>
            <a:off x="812800" y="1127720"/>
            <a:ext cx="10883392" cy="47243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4213D"/>
                </a:solidFill>
                <a:latin typeface="IBM Plex Sans" pitchFamily="34" charset="0"/>
                <a:ea typeface="IBM Plex Sans" pitchFamily="34" charset="-122"/>
                <a:cs typeface="IBM Plex Sans" pitchFamily="34" charset="-120"/>
              </a:rPr>
              <a:t>Sin hosts y con la zona en Git</a:t>
            </a:r>
            <a:endParaRPr lang="en-US" sz="3200" dirty="0"/>
          </a:p>
        </p:txBody>
      </p:sp>
      <p:sp>
        <p:nvSpPr>
          <p:cNvPr id="4" name="Shape 2"/>
          <p:cNvSpPr/>
          <p:nvPr/>
        </p:nvSpPr>
        <p:spPr>
          <a:xfrm>
            <a:off x="812800" y="1828750"/>
            <a:ext cx="5156200" cy="2667000"/>
          </a:xfrm>
          <a:prstGeom prst="roundRect">
            <a:avLst>
              <a:gd name="adj" fmla="val 3810"/>
            </a:avLst>
          </a:prstGeom>
          <a:solidFill>
            <a:srgbClr val="0C0C0C"/>
          </a:solidFill>
          <a:ln/>
        </p:spPr>
      </p:sp>
      <p:pic>
        <p:nvPicPr>
          <p:cNvPr id="5" name="Image 0" descr="Cliente con DNS 10.10.10.4: dig sin arroba devuelve 10.10.10.20, PTR mail y getent hosts">    </p:cNvPr>
          <p:cNvPicPr>
            <a:picLocks noChangeAspect="1"/>
          </p:cNvPicPr>
          <p:nvPr/>
        </p:nvPicPr>
        <p:blipFill>
          <a:blip r:embed="rId1"/>
          <a:stretch>
            <a:fillRect/>
          </a:stretch>
        </p:blipFill>
        <p:spPr>
          <a:xfrm>
            <a:off x="1591949" y="1828750"/>
            <a:ext cx="3597902" cy="2667000"/>
          </a:xfrm>
          <a:prstGeom prst="rect">
            <a:avLst/>
          </a:prstGeom>
        </p:spPr>
      </p:pic>
      <p:sp>
        <p:nvSpPr>
          <p:cNvPr id="6" name="Text 3"/>
          <p:cNvSpPr/>
          <p:nvPr/>
        </p:nvSpPr>
        <p:spPr>
          <a:xfrm>
            <a:off x="812800" y="4597350"/>
            <a:ext cx="5410200"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4213D"/>
                </a:solidFill>
                <a:latin typeface="IBM Plex Sans" pitchFamily="34" charset="0"/>
                <a:ea typeface="IBM Plex Sans" pitchFamily="34" charset="-122"/>
                <a:cs typeface="IBM Plex Sans" pitchFamily="34" charset="-120"/>
              </a:rPr>
              <a:t>DNS del cliente </a:t>
            </a:r>
            <a:r>
              <a:rPr lang="en-US" sz="1400" b="1" dirty="0">
                <a:solidFill>
                  <a:srgbClr val="14213D"/>
                </a:solidFill>
                <a:latin typeface="IBM Plex Sans" pitchFamily="34" charset="0"/>
                <a:ea typeface="IBM Plex Sans" pitchFamily="34" charset="-122"/>
                <a:cs typeface="IBM Plex Sans" pitchFamily="34" charset="-120"/>
              </a:rPr>
              <a:t>10.10.10.4</a:t>
            </a:r>
            <a:r>
              <a:rPr lang="en-US" sz="1400" dirty="0">
                <a:solidFill>
                  <a:srgbClr val="14213D"/>
                </a:solidFill>
                <a:latin typeface="IBM Plex Sans" pitchFamily="34" charset="0"/>
                <a:ea typeface="IBM Plex Sans" pitchFamily="34" charset="-122"/>
                <a:cs typeface="IBM Plex Sans" pitchFamily="34" charset="-120"/>
              </a:rPr>
              <a:t>: dig </a:t>
            </a:r>
            <a:r>
              <a:rPr lang="en-US" sz="1400" b="1" dirty="0">
                <a:solidFill>
                  <a:srgbClr val="14213D"/>
                </a:solidFill>
                <a:latin typeface="IBM Plex Sans" pitchFamily="34" charset="0"/>
                <a:ea typeface="IBM Plex Sans" pitchFamily="34" charset="-122"/>
                <a:cs typeface="IBM Plex Sans" pitchFamily="34" charset="-120"/>
              </a:rPr>
              <a:t>sin @</a:t>
            </a:r>
            <a:r>
              <a:rPr lang="en-US" sz="1400" dirty="0">
                <a:solidFill>
                  <a:srgbClr val="14213D"/>
                </a:solidFill>
                <a:latin typeface="IBM Plex Sans" pitchFamily="34" charset="0"/>
                <a:ea typeface="IBM Plex Sans" pitchFamily="34" charset="-122"/>
                <a:cs typeface="IBM Plex Sans" pitchFamily="34" charset="-120"/>
              </a:rPr>
              <a:t> y getent resuelven solos.</a:t>
            </a:r>
            <a:endParaRPr lang="en-US" sz="1400" dirty="0"/>
          </a:p>
        </p:txBody>
      </p:sp>
      <p:sp>
        <p:nvSpPr>
          <p:cNvPr id="7" name="Shape 4"/>
          <p:cNvSpPr/>
          <p:nvPr/>
        </p:nvSpPr>
        <p:spPr>
          <a:xfrm>
            <a:off x="6223000" y="1828750"/>
            <a:ext cx="5156200" cy="2667000"/>
          </a:xfrm>
          <a:prstGeom prst="roundRect">
            <a:avLst>
              <a:gd name="adj" fmla="val 3810"/>
            </a:avLst>
          </a:prstGeom>
          <a:solidFill>
            <a:srgbClr val="0C0C0C"/>
          </a:solidFill>
          <a:ln/>
        </p:spPr>
      </p:sp>
      <p:pic>
        <p:nvPicPr>
          <p:cNvPr id="8" name="Image 1" descr="DNSControl preview con IP_WEB cambiada: dos registros MODIFY de 203.0.113.20 a 203.0.113.21">    </p:cNvPr>
          <p:cNvPicPr>
            <a:picLocks noChangeAspect="1"/>
          </p:cNvPicPr>
          <p:nvPr/>
        </p:nvPicPr>
        <p:blipFill>
          <a:blip r:embed="rId2"/>
          <a:stretch>
            <a:fillRect/>
          </a:stretch>
        </p:blipFill>
        <p:spPr>
          <a:xfrm>
            <a:off x="6223000" y="2383068"/>
            <a:ext cx="5156200" cy="1558365"/>
          </a:xfrm>
          <a:prstGeom prst="rect">
            <a:avLst/>
          </a:prstGeom>
        </p:spPr>
      </p:pic>
      <p:sp>
        <p:nvSpPr>
          <p:cNvPr id="9" name="Text 5"/>
          <p:cNvSpPr/>
          <p:nvPr/>
        </p:nvSpPr>
        <p:spPr>
          <a:xfrm>
            <a:off x="6223000" y="4597350"/>
            <a:ext cx="5310886" cy="52318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4213D"/>
                </a:solidFill>
                <a:latin typeface="IBM Plex Sans" pitchFamily="34" charset="0"/>
                <a:ea typeface="IBM Plex Sans" pitchFamily="34" charset="-122"/>
                <a:cs typeface="IBM Plex Sans" pitchFamily="34" charset="-120"/>
              </a:rPr>
              <a:t>DNSControl: cambiar </a:t>
            </a:r>
            <a:r>
              <a:rPr lang="en-US" sz="1400" b="1" dirty="0">
                <a:solidFill>
                  <a:srgbClr val="14213D"/>
                </a:solidFill>
                <a:latin typeface="IBM Plex Sans" pitchFamily="34" charset="0"/>
                <a:ea typeface="IBM Plex Sans" pitchFamily="34" charset="-122"/>
                <a:cs typeface="IBM Plex Sans" pitchFamily="34" charset="-120"/>
              </a:rPr>
              <a:t>IP_WEB</a:t>
            </a:r>
            <a:r>
              <a:rPr lang="en-US" sz="1400" dirty="0">
                <a:solidFill>
                  <a:srgbClr val="14213D"/>
                </a:solidFill>
                <a:latin typeface="IBM Plex Sans" pitchFamily="34" charset="0"/>
                <a:ea typeface="IBM Plex Sans" pitchFamily="34" charset="-122"/>
                <a:cs typeface="IBM Plex Sans" pitchFamily="34" charset="-120"/>
              </a:rPr>
              <a:t> → preview muestra </a:t>
            </a:r>
            <a:r>
              <a:rPr lang="en-US" sz="1400" b="1" dirty="0">
                <a:solidFill>
                  <a:srgbClr val="14213D"/>
                </a:solidFill>
                <a:latin typeface="IBM Plex Sans" pitchFamily="34" charset="0"/>
                <a:ea typeface="IBM Plex Sans" pitchFamily="34" charset="-122"/>
                <a:cs typeface="IBM Plex Sans" pitchFamily="34" charset="-120"/>
              </a:rPr>
              <a:t>2 cambios</a:t>
            </a:r>
            <a:r>
              <a:rPr lang="en-US" sz="1400" dirty="0">
                <a:solidFill>
                  <a:srgbClr val="14213D"/>
                </a:solidFill>
                <a:latin typeface="IBM Plex Sans" pitchFamily="34" charset="0"/>
                <a:ea typeface="IBM Plex Sans" pitchFamily="34" charset="-122"/>
                <a:cs typeface="IBM Plex Sans" pitchFamily="34" charset="-120"/>
              </a:rPr>
              <a:t> antes de aplicar.</a:t>
            </a:r>
            <a:endParaRPr lang="en-US" sz="14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BFBF8"/>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B04E1C"/>
                </a:solidFill>
                <a:latin typeface="IBM Plex Sans" pitchFamily="34" charset="0"/>
                <a:ea typeface="IBM Plex Sans" pitchFamily="34" charset="-122"/>
                <a:cs typeface="IBM Plex Sans" pitchFamily="34" charset="-120"/>
              </a:rPr>
              <a:t>COMPARACIÓN</a:t>
            </a:r>
            <a:endParaRPr lang="en-US" sz="1200" dirty="0"/>
          </a:p>
        </p:txBody>
      </p:sp>
      <p:sp>
        <p:nvSpPr>
          <p:cNvPr id="3" name="Text 1"/>
          <p:cNvSpPr/>
          <p:nvPr>
            <p:ph type="title"/>
          </p:nvPr>
        </p:nvSpPr>
        <p:spPr>
          <a:xfrm>
            <a:off x="812800" y="1127720"/>
            <a:ext cx="10883392" cy="47243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4213D"/>
                </a:solidFill>
                <a:latin typeface="IBM Plex Sans" pitchFamily="34" charset="0"/>
                <a:ea typeface="IBM Plex Sans" pitchFamily="34" charset="-122"/>
                <a:cs typeface="IBM Plex Sans" pitchFamily="34" charset="-120"/>
              </a:rPr>
              <a:t>Linux, Windows Server y DNS gestionado</a:t>
            </a:r>
            <a:endParaRPr lang="en-US" sz="32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892250"/>
          <a:ext cx="10553700" cy="1796604"/>
        </p:xfrm>
        <a:graphic>
          <a:graphicData uri="http://schemas.openxmlformats.org/drawingml/2006/table">
            <a:tbl>
              <a:tblPr/>
              <a:tblGrid>
                <a:gridCol w="2005203"/>
                <a:gridCol w="2849499"/>
                <a:gridCol w="2849499"/>
                <a:gridCol w="2849499"/>
              </a:tblGrid>
              <a:tr h="359321">
                <a:tc>
                  <a:txBody>
                    <a:bodyPr/>
                    <a:lstStyle/>
                    <a:p>
                      <a:pPr indent="0" marL="0">
                        <a:lnSpc>
                          <a:spcPts val="1820"/>
                        </a:lnSpc>
                        <a:buNone/>
                      </a:pPr>
                      <a:r>
                        <a:rPr lang="en-US" sz="1300" b="1" dirty="0">
                          <a:solidFill>
                            <a:srgbClr val="14213D"/>
                          </a:solidFill>
                          <a:latin typeface="IBM Plex Sans" pitchFamily="34" charset="0"/>
                          <a:ea typeface="IBM Plex Sans" pitchFamily="34" charset="-122"/>
                          <a:cs typeface="IBM Plex Sans" pitchFamily="34" charset="-120"/>
                        </a:rPr>
                        <a:t>Tema</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8C8C6"/>
                      </a:solidFill>
                      <a:prstDash val="solid"/>
                      <a:round/>
                      <a:headEnd type="none" w="med" len="med"/>
                      <a:tailEnd type="none" w="med" len="med"/>
                    </a:lnL>
                    <a:lnR w="12700" cap="flat" cmpd="sng" algn="ctr">
                      <a:solidFill>
                        <a:srgbClr val="BABAB8"/>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BABAB8"/>
                      </a:solidFill>
                      <a:prstDash val="solid"/>
                      <a:round/>
                      <a:headEnd type="none" w="med" len="med"/>
                      <a:tailEnd type="none" w="med" len="med"/>
                    </a:lnB>
                    <a:solidFill>
                      <a:srgbClr val="E9E9E6"/>
                    </a:solidFill>
                  </a:tcPr>
                </a:tc>
                <a:tc>
                  <a:txBody>
                    <a:bodyPr/>
                    <a:lstStyle/>
                    <a:p>
                      <a:pPr indent="0" marL="0">
                        <a:lnSpc>
                          <a:spcPts val="1820"/>
                        </a:lnSpc>
                        <a:buNone/>
                      </a:pPr>
                      <a:r>
                        <a:rPr lang="en-US" sz="1300" b="1" dirty="0">
                          <a:solidFill>
                            <a:srgbClr val="14213D"/>
                          </a:solidFill>
                          <a:latin typeface="IBM Plex Sans" pitchFamily="34" charset="0"/>
                          <a:ea typeface="IBM Plex Sans" pitchFamily="34" charset="-122"/>
                          <a:cs typeface="IBM Plex Sans" pitchFamily="34" charset="-120"/>
                        </a:rPr>
                        <a:t>BIND / Unbound</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BABAB8"/>
                      </a:solidFill>
                      <a:prstDash val="solid"/>
                      <a:round/>
                      <a:headEnd type="none" w="med" len="med"/>
                      <a:tailEnd type="none" w="med" len="med"/>
                    </a:lnL>
                    <a:lnR w="12700" cap="flat" cmpd="sng" algn="ctr">
                      <a:solidFill>
                        <a:srgbClr val="BABAB8"/>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BABAB8"/>
                      </a:solidFill>
                      <a:prstDash val="solid"/>
                      <a:round/>
                      <a:headEnd type="none" w="med" len="med"/>
                      <a:tailEnd type="none" w="med" len="med"/>
                    </a:lnB>
                    <a:solidFill>
                      <a:srgbClr val="E9E9E6"/>
                    </a:solidFill>
                  </a:tcPr>
                </a:tc>
                <a:tc>
                  <a:txBody>
                    <a:bodyPr/>
                    <a:lstStyle/>
                    <a:p>
                      <a:pPr indent="0" marL="0">
                        <a:lnSpc>
                          <a:spcPts val="1820"/>
                        </a:lnSpc>
                        <a:buNone/>
                      </a:pPr>
                      <a:r>
                        <a:rPr lang="en-US" sz="1300" b="1" dirty="0">
                          <a:solidFill>
                            <a:srgbClr val="14213D"/>
                          </a:solidFill>
                          <a:latin typeface="IBM Plex Sans" pitchFamily="34" charset="0"/>
                          <a:ea typeface="IBM Plex Sans" pitchFamily="34" charset="-122"/>
                          <a:cs typeface="IBM Plex Sans" pitchFamily="34" charset="-120"/>
                        </a:rPr>
                        <a:t>Windows Server / AD</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BABAB8"/>
                      </a:solidFill>
                      <a:prstDash val="solid"/>
                      <a:round/>
                      <a:headEnd type="none" w="med" len="med"/>
                      <a:tailEnd type="none" w="med" len="med"/>
                    </a:lnL>
                    <a:lnR w="12700" cap="flat" cmpd="sng" algn="ctr">
                      <a:solidFill>
                        <a:srgbClr val="BABAB8"/>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BABAB8"/>
                      </a:solidFill>
                      <a:prstDash val="solid"/>
                      <a:round/>
                      <a:headEnd type="none" w="med" len="med"/>
                      <a:tailEnd type="none" w="med" len="med"/>
                    </a:lnB>
                    <a:solidFill>
                      <a:srgbClr val="E9E9E6"/>
                    </a:solidFill>
                  </a:tcPr>
                </a:tc>
                <a:tc>
                  <a:txBody>
                    <a:bodyPr/>
                    <a:lstStyle/>
                    <a:p>
                      <a:pPr indent="0" marL="0">
                        <a:lnSpc>
                          <a:spcPts val="1820"/>
                        </a:lnSpc>
                        <a:buNone/>
                      </a:pPr>
                      <a:r>
                        <a:rPr lang="en-US" sz="1300" b="1" dirty="0">
                          <a:solidFill>
                            <a:srgbClr val="14213D"/>
                          </a:solidFill>
                          <a:latin typeface="IBM Plex Sans" pitchFamily="34" charset="0"/>
                          <a:ea typeface="IBM Plex Sans" pitchFamily="34" charset="-122"/>
                          <a:cs typeface="IBM Plex Sans" pitchFamily="34" charset="-120"/>
                        </a:rPr>
                        <a:t>Gestionado</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BABAB8"/>
                      </a:solidFill>
                      <a:prstDash val="solid"/>
                      <a:round/>
                      <a:headEnd type="none" w="med" len="med"/>
                      <a:tailEnd type="none" w="med" len="med"/>
                    </a:lnL>
                    <a:lnR w="12700" cap="flat" cmpd="sng" algn="ctr">
                      <a:solidFill>
                        <a:srgbClr val="BABAB8"/>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BABAB8"/>
                      </a:solidFill>
                      <a:prstDash val="solid"/>
                      <a:round/>
                      <a:headEnd type="none" w="med" len="med"/>
                      <a:tailEnd type="none" w="med" len="med"/>
                    </a:lnB>
                    <a:solidFill>
                      <a:srgbClr val="E9E9E6"/>
                    </a:solidFill>
                  </a:tcPr>
                </a:tc>
              </a:tr>
              <a:tr h="359321">
                <a:tc>
                  <a:txBody>
                    <a:bodyPr/>
                    <a:lstStyle/>
                    <a:p>
                      <a:pPr indent="0" marL="0">
                        <a:lnSpc>
                          <a:spcPts val="1820"/>
                        </a:lnSpc>
                        <a:buNone/>
                      </a:pPr>
                      <a:r>
                        <a:rPr lang="en-US" sz="1300" dirty="0">
                          <a:solidFill>
                            <a:srgbClr val="14213D"/>
                          </a:solidFill>
                          <a:latin typeface="IBM Plex Sans" pitchFamily="34" charset="0"/>
                          <a:ea typeface="IBM Plex Sans" pitchFamily="34" charset="-122"/>
                          <a:cs typeface="IBM Plex Sans" pitchFamily="34" charset="-120"/>
                        </a:rPr>
                        <a:t>Zonas</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BABAB8"/>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indent="0" marL="0">
                        <a:lnSpc>
                          <a:spcPts val="1820"/>
                        </a:lnSpc>
                        <a:buNone/>
                      </a:pPr>
                      <a:r>
                        <a:rPr lang="en-US" sz="1300" dirty="0">
                          <a:solidFill>
                            <a:srgbClr val="14213D"/>
                          </a:solidFill>
                          <a:latin typeface="IBM Plex Sans" pitchFamily="34" charset="0"/>
                          <a:ea typeface="IBM Plex Sans" pitchFamily="34" charset="-122"/>
                          <a:cs typeface="IBM Plex Sans" pitchFamily="34" charset="-120"/>
                        </a:rPr>
                        <a:t>Archivos de texto</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BABAB8"/>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indent="0" marL="0">
                        <a:lnSpc>
                          <a:spcPts val="1820"/>
                        </a:lnSpc>
                        <a:buNone/>
                      </a:pPr>
                      <a:r>
                        <a:rPr lang="en-US" sz="1300" dirty="0">
                          <a:solidFill>
                            <a:srgbClr val="14213D"/>
                          </a:solidFill>
                          <a:latin typeface="IBM Plex Sans" pitchFamily="34" charset="0"/>
                          <a:ea typeface="IBM Plex Sans" pitchFamily="34" charset="-122"/>
                          <a:cs typeface="IBM Plex Sans" pitchFamily="34" charset="-120"/>
                        </a:rPr>
                        <a:t>Archivos o integradas en AD</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BABAB8"/>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indent="0" marL="0">
                        <a:lnSpc>
                          <a:spcPts val="1820"/>
                        </a:lnSpc>
                        <a:buNone/>
                      </a:pPr>
                      <a:r>
                        <a:rPr lang="en-US" sz="1300" dirty="0">
                          <a:solidFill>
                            <a:srgbClr val="14213D"/>
                          </a:solidFill>
                          <a:latin typeface="IBM Plex Sans" pitchFamily="34" charset="0"/>
                          <a:ea typeface="IBM Plex Sans" pitchFamily="34" charset="-122"/>
                          <a:cs typeface="IBM Plex Sans" pitchFamily="34" charset="-120"/>
                        </a:rPr>
                        <a:t>Panel o API del proveedor</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BABAB8"/>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r>
              <a:tr h="359321">
                <a:tc>
                  <a:txBody>
                    <a:bodyPr/>
                    <a:lstStyle/>
                    <a:p>
                      <a:pPr indent="0" marL="0">
                        <a:lnSpc>
                          <a:spcPts val="1820"/>
                        </a:lnSpc>
                        <a:buNone/>
                      </a:pPr>
                      <a:r>
                        <a:rPr lang="en-US" sz="1300" dirty="0">
                          <a:solidFill>
                            <a:srgbClr val="14213D"/>
                          </a:solidFill>
                          <a:latin typeface="IBM Plex Sans" pitchFamily="34" charset="0"/>
                          <a:ea typeface="IBM Plex Sans" pitchFamily="34" charset="-122"/>
                          <a:cs typeface="IBM Plex Sans" pitchFamily="34" charset="-120"/>
                        </a:rPr>
                        <a:t>Réplica</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indent="0" marL="0">
                        <a:lnSpc>
                          <a:spcPts val="1820"/>
                        </a:lnSpc>
                        <a:buNone/>
                      </a:pPr>
                      <a:r>
                        <a:rPr lang="en-US" sz="1300" dirty="0">
                          <a:solidFill>
                            <a:srgbClr val="14213D"/>
                          </a:solidFill>
                          <a:latin typeface="IBM Plex Sans" pitchFamily="34" charset="0"/>
                          <a:ea typeface="IBM Plex Sans" pitchFamily="34" charset="-122"/>
                          <a:cs typeface="IBM Plex Sans" pitchFamily="34" charset="-120"/>
                        </a:rPr>
                        <a:t>NOTIFY + AXFR con TSIG</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indent="0" marL="0">
                        <a:lnSpc>
                          <a:spcPts val="1820"/>
                        </a:lnSpc>
                        <a:buNone/>
                      </a:pPr>
                      <a:r>
                        <a:rPr lang="en-US" sz="1300" dirty="0">
                          <a:solidFill>
                            <a:srgbClr val="14213D"/>
                          </a:solidFill>
                          <a:latin typeface="IBM Plex Sans" pitchFamily="34" charset="0"/>
                          <a:ea typeface="IBM Plex Sans" pitchFamily="34" charset="-122"/>
                          <a:cs typeface="IBM Plex Sans" pitchFamily="34" charset="-120"/>
                        </a:rPr>
                        <a:t>Replicación de AD</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indent="0" marL="0">
                        <a:lnSpc>
                          <a:spcPts val="1820"/>
                        </a:lnSpc>
                        <a:buNone/>
                      </a:pPr>
                      <a:r>
                        <a:rPr lang="en-US" sz="1300" dirty="0">
                          <a:solidFill>
                            <a:srgbClr val="14213D"/>
                          </a:solidFill>
                          <a:latin typeface="IBM Plex Sans" pitchFamily="34" charset="0"/>
                          <a:ea typeface="IBM Plex Sans" pitchFamily="34" charset="-122"/>
                          <a:cs typeface="IBM Plex Sans" pitchFamily="34" charset="-120"/>
                        </a:rPr>
                        <a:t>Red anycast del proveedor</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r>
              <a:tr h="359321">
                <a:tc>
                  <a:txBody>
                    <a:bodyPr/>
                    <a:lstStyle/>
                    <a:p>
                      <a:pPr indent="0" marL="0">
                        <a:lnSpc>
                          <a:spcPts val="1820"/>
                        </a:lnSpc>
                        <a:buNone/>
                      </a:pPr>
                      <a:r>
                        <a:rPr lang="en-US" sz="1300" dirty="0">
                          <a:solidFill>
                            <a:srgbClr val="14213D"/>
                          </a:solidFill>
                          <a:latin typeface="IBM Plex Sans" pitchFamily="34" charset="0"/>
                          <a:ea typeface="IBM Plex Sans" pitchFamily="34" charset="-122"/>
                          <a:cs typeface="IBM Plex Sans" pitchFamily="34" charset="-120"/>
                        </a:rPr>
                        <a:t>Filtrado</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indent="0" marL="0">
                        <a:lnSpc>
                          <a:spcPts val="1820"/>
                        </a:lnSpc>
                        <a:buNone/>
                      </a:pPr>
                      <a:r>
                        <a:rPr lang="en-US" sz="1300" dirty="0">
                          <a:solidFill>
                            <a:srgbClr val="14213D"/>
                          </a:solidFill>
                          <a:latin typeface="IBM Plex Sans" pitchFamily="34" charset="0"/>
                          <a:ea typeface="IBM Plex Sans" pitchFamily="34" charset="-122"/>
                          <a:cs typeface="IBM Plex Sans" pitchFamily="34" charset="-120"/>
                        </a:rPr>
                        <a:t>RPZ</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indent="0" marL="0">
                        <a:lnSpc>
                          <a:spcPts val="1820"/>
                        </a:lnSpc>
                        <a:buNone/>
                      </a:pPr>
                      <a:r>
                        <a:rPr lang="en-US" sz="1300" dirty="0">
                          <a:solidFill>
                            <a:srgbClr val="14213D"/>
                          </a:solidFill>
                          <a:latin typeface="IBM Plex Sans" pitchFamily="34" charset="0"/>
                          <a:ea typeface="IBM Plex Sans" pitchFamily="34" charset="-122"/>
                          <a:cs typeface="IBM Plex Sans" pitchFamily="34" charset="-120"/>
                        </a:rPr>
                        <a:t>DNS policies</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indent="0" marL="0">
                        <a:lnSpc>
                          <a:spcPts val="1820"/>
                        </a:lnSpc>
                        <a:buNone/>
                      </a:pPr>
                      <a:r>
                        <a:rPr lang="en-US" sz="1300" dirty="0">
                          <a:solidFill>
                            <a:srgbClr val="14213D"/>
                          </a:solidFill>
                          <a:latin typeface="IBM Plex Sans" pitchFamily="34" charset="0"/>
                          <a:ea typeface="IBM Plex Sans" pitchFamily="34" charset="-122"/>
                          <a:cs typeface="IBM Plex Sans" pitchFamily="34" charset="-120"/>
                        </a:rPr>
                        <a:t>Según el servicio</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r>
              <a:tr h="359321">
                <a:tc>
                  <a:txBody>
                    <a:bodyPr/>
                    <a:lstStyle/>
                    <a:p>
                      <a:pPr indent="0" marL="0">
                        <a:lnSpc>
                          <a:spcPts val="1820"/>
                        </a:lnSpc>
                        <a:buNone/>
                      </a:pPr>
                      <a:r>
                        <a:rPr lang="en-US" sz="1300" dirty="0">
                          <a:solidFill>
                            <a:srgbClr val="14213D"/>
                          </a:solidFill>
                          <a:latin typeface="IBM Plex Sans" pitchFamily="34" charset="0"/>
                          <a:ea typeface="IBM Plex Sans" pitchFamily="34" charset="-122"/>
                          <a:cs typeface="IBM Plex Sans" pitchFamily="34" charset="-120"/>
                        </a:rPr>
                        <a:t>Costo</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indent="0" marL="0">
                        <a:lnSpc>
                          <a:spcPts val="1820"/>
                        </a:lnSpc>
                        <a:buNone/>
                      </a:pPr>
                      <a:r>
                        <a:rPr lang="en-US" sz="1300" dirty="0">
                          <a:solidFill>
                            <a:srgbClr val="14213D"/>
                          </a:solidFill>
                          <a:latin typeface="IBM Plex Sans" pitchFamily="34" charset="0"/>
                          <a:ea typeface="IBM Plex Sans" pitchFamily="34" charset="-122"/>
                          <a:cs typeface="IBM Plex Sans" pitchFamily="34" charset="-120"/>
                        </a:rPr>
                        <a:t>Libre; lo mantiene TI</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indent="0" marL="0">
                        <a:lnSpc>
                          <a:spcPts val="1820"/>
                        </a:lnSpc>
                        <a:buNone/>
                      </a:pPr>
                      <a:r>
                        <a:rPr lang="en-US" sz="1300" dirty="0">
                          <a:solidFill>
                            <a:srgbClr val="14213D"/>
                          </a:solidFill>
                          <a:latin typeface="IBM Plex Sans" pitchFamily="34" charset="0"/>
                          <a:ea typeface="IBM Plex Sans" pitchFamily="34" charset="-122"/>
                          <a:cs typeface="IBM Plex Sans" pitchFamily="34" charset="-120"/>
                        </a:rPr>
                        <a:t>Licencia; lo mantiene TI</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indent="0" marL="0">
                        <a:lnSpc>
                          <a:spcPts val="1820"/>
                        </a:lnSpc>
                        <a:buNone/>
                      </a:pPr>
                      <a:r>
                        <a:rPr lang="en-US" sz="1300" dirty="0">
                          <a:solidFill>
                            <a:srgbClr val="14213D"/>
                          </a:solidFill>
                          <a:latin typeface="IBM Plex Sans" pitchFamily="34" charset="0"/>
                          <a:ea typeface="IBM Plex Sans" pitchFamily="34" charset="-122"/>
                          <a:cs typeface="IBM Plex Sans" pitchFamily="34" charset="-120"/>
                        </a:rPr>
                        <a:t>Gratis o suscripción</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r>
            </a:tbl>
          </a:graphicData>
        </a:graphic>
      </p:graphicFrame>
      <p:sp>
        <p:nvSpPr>
          <p:cNvPr id="5" name="Text 2"/>
          <p:cNvSpPr/>
          <p:nvPr/>
        </p:nvSpPr>
        <p:spPr>
          <a:xfrm>
            <a:off x="812800" y="3993654"/>
            <a:ext cx="10883392" cy="540941"/>
          </a:xfrm>
          <a:prstGeom prst="rect">
            <a:avLst/>
          </a:prstGeom>
          <a:noFill/>
          <a:ln/>
        </p:spPr>
        <p:txBody>
          <a:bodyPr wrap="square" lIns="0" tIns="0" rIns="0" bIns="0" rtlCol="0" anchor="t">
            <a:normAutofit/>
          </a:bodyPr>
          <a:lstStyle/>
          <a:p>
            <a:pPr algn="l" indent="0" marL="0">
              <a:lnSpc>
                <a:spcPts val="2030"/>
              </a:lnSpc>
              <a:buNone/>
            </a:pPr>
            <a:r>
              <a:rPr lang="en-US" sz="1400" dirty="0">
                <a:solidFill>
                  <a:srgbClr val="4A5568"/>
                </a:solidFill>
                <a:latin typeface="IBM Plex Sans" pitchFamily="34" charset="0"/>
                <a:ea typeface="IBM Plex Sans" pitchFamily="34" charset="-122"/>
                <a:cs typeface="IBM Plex Sans" pitchFamily="34" charset="-120"/>
              </a:rPr>
              <a:t>Unbound no reemplaza a Active Directory, y registrar un dominio en NIC.bo solo reserva el nombre: falta un DNS autoritativo que lo publique.</a:t>
            </a:r>
            <a:endParaRPr lang="en-US" sz="14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EEF0EA"/>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B04E1C"/>
                </a:solidFill>
                <a:latin typeface="IBM Plex Sans" pitchFamily="34" charset="0"/>
                <a:ea typeface="IBM Plex Sans" pitchFamily="34" charset="-122"/>
                <a:cs typeface="IBM Plex Sans" pitchFamily="34" charset="-120"/>
              </a:rPr>
              <a:t>DIAGNÓSTICO</a:t>
            </a:r>
            <a:endParaRPr lang="en-US" sz="1200" dirty="0"/>
          </a:p>
        </p:txBody>
      </p:sp>
      <p:sp>
        <p:nvSpPr>
          <p:cNvPr id="3" name="Text 1"/>
          <p:cNvSpPr/>
          <p:nvPr>
            <p:ph type="title"/>
          </p:nvPr>
        </p:nvSpPr>
        <p:spPr>
          <a:xfrm>
            <a:off x="812800" y="1127720"/>
            <a:ext cx="10883392" cy="47243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4213D"/>
                </a:solidFill>
                <a:latin typeface="IBM Plex Sans" pitchFamily="34" charset="0"/>
                <a:ea typeface="IBM Plex Sans" pitchFamily="34" charset="-122"/>
                <a:cs typeface="IBM Plex Sans" pitchFamily="34" charset="-120"/>
              </a:rPr>
              <a:t>Problemas que resolvimos</a:t>
            </a:r>
            <a:endParaRPr lang="en-US" sz="32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892250"/>
          <a:ext cx="10553700" cy="2515245"/>
        </p:xfrm>
        <a:graphic>
          <a:graphicData uri="http://schemas.openxmlformats.org/drawingml/2006/table">
            <a:tbl>
              <a:tblPr/>
              <a:tblGrid>
                <a:gridCol w="3799332"/>
                <a:gridCol w="3377184"/>
                <a:gridCol w="3377184"/>
              </a:tblGrid>
              <a:tr h="359321">
                <a:tc>
                  <a:txBody>
                    <a:bodyPr/>
                    <a:lstStyle/>
                    <a:p>
                      <a:pPr indent="0" marL="0">
                        <a:lnSpc>
                          <a:spcPts val="1820"/>
                        </a:lnSpc>
                        <a:buNone/>
                      </a:pPr>
                      <a:r>
                        <a:rPr lang="en-US" sz="1300" b="1" dirty="0">
                          <a:solidFill>
                            <a:srgbClr val="14213D"/>
                          </a:solidFill>
                          <a:latin typeface="IBM Plex Sans" pitchFamily="34" charset="0"/>
                          <a:ea typeface="IBM Plex Sans" pitchFamily="34" charset="-122"/>
                          <a:cs typeface="IBM Plex Sans" pitchFamily="34" charset="-120"/>
                        </a:rPr>
                        <a:t>Síntoma</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BEC0BB"/>
                      </a:solidFill>
                      <a:prstDash val="solid"/>
                      <a:round/>
                      <a:headEnd type="none" w="med" len="med"/>
                      <a:tailEnd type="none" w="med" len="med"/>
                    </a:lnL>
                    <a:lnR w="12700" cap="flat" cmpd="sng" algn="ctr">
                      <a:solidFill>
                        <a:srgbClr val="B1B2AD"/>
                      </a:solidFill>
                      <a:prstDash val="solid"/>
                      <a:round/>
                      <a:headEnd type="none" w="med" len="med"/>
                      <a:tailEnd type="none" w="med" len="med"/>
                    </a:lnR>
                    <a:lnT w="12700" cap="flat" cmpd="sng" algn="ctr">
                      <a:solidFill>
                        <a:srgbClr val="BEC0BB"/>
                      </a:solidFill>
                      <a:prstDash val="solid"/>
                      <a:round/>
                      <a:headEnd type="none" w="med" len="med"/>
                      <a:tailEnd type="none" w="med" len="med"/>
                    </a:lnT>
                    <a:lnB w="12700" cap="flat" cmpd="sng" algn="ctr">
                      <a:solidFill>
                        <a:srgbClr val="B1B2AD"/>
                      </a:solidFill>
                      <a:prstDash val="solid"/>
                      <a:round/>
                      <a:headEnd type="none" w="med" len="med"/>
                      <a:tailEnd type="none" w="med" len="med"/>
                    </a:lnB>
                    <a:solidFill>
                      <a:srgbClr val="DDDED9"/>
                    </a:solidFill>
                  </a:tcPr>
                </a:tc>
                <a:tc>
                  <a:txBody>
                    <a:bodyPr/>
                    <a:lstStyle/>
                    <a:p>
                      <a:pPr indent="0" marL="0">
                        <a:lnSpc>
                          <a:spcPts val="1820"/>
                        </a:lnSpc>
                        <a:buNone/>
                      </a:pPr>
                      <a:r>
                        <a:rPr lang="en-US" sz="1300" b="1" dirty="0">
                          <a:solidFill>
                            <a:srgbClr val="14213D"/>
                          </a:solidFill>
                          <a:latin typeface="IBM Plex Sans" pitchFamily="34" charset="0"/>
                          <a:ea typeface="IBM Plex Sans" pitchFamily="34" charset="-122"/>
                          <a:cs typeface="IBM Plex Sans" pitchFamily="34" charset="-120"/>
                        </a:rPr>
                        <a:t>Causa</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B1B2AD"/>
                      </a:solidFill>
                      <a:prstDash val="solid"/>
                      <a:round/>
                      <a:headEnd type="none" w="med" len="med"/>
                      <a:tailEnd type="none" w="med" len="med"/>
                    </a:lnL>
                    <a:lnR w="12700" cap="flat" cmpd="sng" algn="ctr">
                      <a:solidFill>
                        <a:srgbClr val="B1B2AD"/>
                      </a:solidFill>
                      <a:prstDash val="solid"/>
                      <a:round/>
                      <a:headEnd type="none" w="med" len="med"/>
                      <a:tailEnd type="none" w="med" len="med"/>
                    </a:lnR>
                    <a:lnT w="12700" cap="flat" cmpd="sng" algn="ctr">
                      <a:solidFill>
                        <a:srgbClr val="BEC0BB"/>
                      </a:solidFill>
                      <a:prstDash val="solid"/>
                      <a:round/>
                      <a:headEnd type="none" w="med" len="med"/>
                      <a:tailEnd type="none" w="med" len="med"/>
                    </a:lnT>
                    <a:lnB w="12700" cap="flat" cmpd="sng" algn="ctr">
                      <a:solidFill>
                        <a:srgbClr val="B1B2AD"/>
                      </a:solidFill>
                      <a:prstDash val="solid"/>
                      <a:round/>
                      <a:headEnd type="none" w="med" len="med"/>
                      <a:tailEnd type="none" w="med" len="med"/>
                    </a:lnB>
                    <a:solidFill>
                      <a:srgbClr val="DDDED9"/>
                    </a:solidFill>
                  </a:tcPr>
                </a:tc>
                <a:tc>
                  <a:txBody>
                    <a:bodyPr/>
                    <a:lstStyle/>
                    <a:p>
                      <a:pPr indent="0" marL="0">
                        <a:lnSpc>
                          <a:spcPts val="1820"/>
                        </a:lnSpc>
                        <a:buNone/>
                      </a:pPr>
                      <a:r>
                        <a:rPr lang="en-US" sz="1300" b="1" dirty="0">
                          <a:solidFill>
                            <a:srgbClr val="14213D"/>
                          </a:solidFill>
                          <a:latin typeface="IBM Plex Sans" pitchFamily="34" charset="0"/>
                          <a:ea typeface="IBM Plex Sans" pitchFamily="34" charset="-122"/>
                          <a:cs typeface="IBM Plex Sans" pitchFamily="34" charset="-120"/>
                        </a:rPr>
                        <a:t>Solución</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B1B2AD"/>
                      </a:solidFill>
                      <a:prstDash val="solid"/>
                      <a:round/>
                      <a:headEnd type="none" w="med" len="med"/>
                      <a:tailEnd type="none" w="med" len="med"/>
                    </a:lnL>
                    <a:lnR w="12700" cap="flat" cmpd="sng" algn="ctr">
                      <a:solidFill>
                        <a:srgbClr val="B1B2AD"/>
                      </a:solidFill>
                      <a:prstDash val="solid"/>
                      <a:round/>
                      <a:headEnd type="none" w="med" len="med"/>
                      <a:tailEnd type="none" w="med" len="med"/>
                    </a:lnR>
                    <a:lnT w="12700" cap="flat" cmpd="sng" algn="ctr">
                      <a:solidFill>
                        <a:srgbClr val="BEC0BB"/>
                      </a:solidFill>
                      <a:prstDash val="solid"/>
                      <a:round/>
                      <a:headEnd type="none" w="med" len="med"/>
                      <a:tailEnd type="none" w="med" len="med"/>
                    </a:lnT>
                    <a:lnB w="12700" cap="flat" cmpd="sng" algn="ctr">
                      <a:solidFill>
                        <a:srgbClr val="B1B2AD"/>
                      </a:solidFill>
                      <a:prstDash val="solid"/>
                      <a:round/>
                      <a:headEnd type="none" w="med" len="med"/>
                      <a:tailEnd type="none" w="med" len="med"/>
                    </a:lnB>
                    <a:solidFill>
                      <a:srgbClr val="DDDED9"/>
                    </a:solidFill>
                  </a:tcPr>
                </a:tc>
              </a:tr>
              <a:tr h="359321">
                <a:tc>
                  <a:txBody>
                    <a:bodyPr/>
                    <a:lstStyle/>
                    <a:p>
                      <a:pPr indent="0" marL="0">
                        <a:lnSpc>
                          <a:spcPts val="1820"/>
                        </a:lnSpc>
                        <a:buNone/>
                      </a:pPr>
                      <a:r>
                        <a:rPr lang="en-US" sz="1300" dirty="0">
                          <a:solidFill>
                            <a:srgbClr val="14213D"/>
                          </a:solidFill>
                          <a:latin typeface="IBM Plex Sans" pitchFamily="34" charset="0"/>
                          <a:ea typeface="IBM Plex Sans" pitchFamily="34" charset="-122"/>
                          <a:cs typeface="IBM Plex Sans" pitchFamily="34" charset="-120"/>
                        </a:rPr>
                        <a:t>dig no funciona en PowerShell</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BEC0BB"/>
                      </a:solidFill>
                      <a:prstDash val="solid"/>
                      <a:round/>
                      <a:headEnd type="none" w="med" len="med"/>
                      <a:tailEnd type="none" w="med" len="med"/>
                    </a:lnL>
                    <a:lnR w="12700" cap="flat" cmpd="sng" algn="ctr">
                      <a:solidFill>
                        <a:srgbClr val="BEC0BB"/>
                      </a:solidFill>
                      <a:prstDash val="solid"/>
                      <a:round/>
                      <a:headEnd type="none" w="med" len="med"/>
                      <a:tailEnd type="none" w="med" len="med"/>
                    </a:lnR>
                    <a:lnT w="12700" cap="flat" cmpd="sng" algn="ctr">
                      <a:solidFill>
                        <a:srgbClr val="B1B2AD"/>
                      </a:solidFill>
                      <a:prstDash val="solid"/>
                      <a:round/>
                      <a:headEnd type="none" w="med" len="med"/>
                      <a:tailEnd type="none" w="med" len="med"/>
                    </a:lnT>
                    <a:lnB w="12700" cap="flat" cmpd="sng" algn="ctr">
                      <a:solidFill>
                        <a:srgbClr val="BEC0BB"/>
                      </a:solidFill>
                      <a:prstDash val="solid"/>
                      <a:round/>
                      <a:headEnd type="none" w="med" len="med"/>
                      <a:tailEnd type="none" w="med" len="med"/>
                    </a:lnB>
                  </a:tcPr>
                </a:tc>
                <a:tc>
                  <a:txBody>
                    <a:bodyPr/>
                    <a:lstStyle/>
                    <a:p>
                      <a:pPr indent="0" marL="0">
                        <a:lnSpc>
                          <a:spcPts val="1820"/>
                        </a:lnSpc>
                        <a:buNone/>
                      </a:pPr>
                      <a:r>
                        <a:rPr lang="en-US" sz="1300" dirty="0">
                          <a:solidFill>
                            <a:srgbClr val="14213D"/>
                          </a:solidFill>
                          <a:latin typeface="IBM Plex Sans" pitchFamily="34" charset="0"/>
                          <a:ea typeface="IBM Plex Sans" pitchFamily="34" charset="-122"/>
                          <a:cs typeface="IBM Plex Sans" pitchFamily="34" charset="-120"/>
                        </a:rPr>
                        <a:t>Es de Linux; @ es especial</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BEC0BB"/>
                      </a:solidFill>
                      <a:prstDash val="solid"/>
                      <a:round/>
                      <a:headEnd type="none" w="med" len="med"/>
                      <a:tailEnd type="none" w="med" len="med"/>
                    </a:lnL>
                    <a:lnR w="12700" cap="flat" cmpd="sng" algn="ctr">
                      <a:solidFill>
                        <a:srgbClr val="BEC0BB"/>
                      </a:solidFill>
                      <a:prstDash val="solid"/>
                      <a:round/>
                      <a:headEnd type="none" w="med" len="med"/>
                      <a:tailEnd type="none" w="med" len="med"/>
                    </a:lnR>
                    <a:lnT w="12700" cap="flat" cmpd="sng" algn="ctr">
                      <a:solidFill>
                        <a:srgbClr val="B1B2AD"/>
                      </a:solidFill>
                      <a:prstDash val="solid"/>
                      <a:round/>
                      <a:headEnd type="none" w="med" len="med"/>
                      <a:tailEnd type="none" w="med" len="med"/>
                    </a:lnT>
                    <a:lnB w="12700" cap="flat" cmpd="sng" algn="ctr">
                      <a:solidFill>
                        <a:srgbClr val="BEC0BB"/>
                      </a:solidFill>
                      <a:prstDash val="solid"/>
                      <a:round/>
                      <a:headEnd type="none" w="med" len="med"/>
                      <a:tailEnd type="none" w="med" len="med"/>
                    </a:lnB>
                  </a:tcPr>
                </a:tc>
                <a:tc>
                  <a:txBody>
                    <a:bodyPr/>
                    <a:lstStyle/>
                    <a:p>
                      <a:pPr indent="0" marL="0">
                        <a:lnSpc>
                          <a:spcPts val="1820"/>
                        </a:lnSpc>
                        <a:buNone/>
                      </a:pPr>
                      <a:r>
                        <a:rPr lang="en-US" sz="1300" dirty="0">
                          <a:solidFill>
                            <a:srgbClr val="14213D"/>
                          </a:solidFill>
                          <a:latin typeface="IBM Plex Sans" pitchFamily="34" charset="0"/>
                          <a:ea typeface="IBM Plex Sans" pitchFamily="34" charset="-122"/>
                          <a:cs typeface="IBM Plex Sans" pitchFamily="34" charset="-120"/>
                        </a:rPr>
                        <a:t>Usarlo en el contenedor</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BEC0BB"/>
                      </a:solidFill>
                      <a:prstDash val="solid"/>
                      <a:round/>
                      <a:headEnd type="none" w="med" len="med"/>
                      <a:tailEnd type="none" w="med" len="med"/>
                    </a:lnL>
                    <a:lnR w="12700" cap="flat" cmpd="sng" algn="ctr">
                      <a:solidFill>
                        <a:srgbClr val="BEC0BB"/>
                      </a:solidFill>
                      <a:prstDash val="solid"/>
                      <a:round/>
                      <a:headEnd type="none" w="med" len="med"/>
                      <a:tailEnd type="none" w="med" len="med"/>
                    </a:lnR>
                    <a:lnT w="12700" cap="flat" cmpd="sng" algn="ctr">
                      <a:solidFill>
                        <a:srgbClr val="B1B2AD"/>
                      </a:solidFill>
                      <a:prstDash val="solid"/>
                      <a:round/>
                      <a:headEnd type="none" w="med" len="med"/>
                      <a:tailEnd type="none" w="med" len="med"/>
                    </a:lnT>
                    <a:lnB w="12700" cap="flat" cmpd="sng" algn="ctr">
                      <a:solidFill>
                        <a:srgbClr val="BEC0BB"/>
                      </a:solidFill>
                      <a:prstDash val="solid"/>
                      <a:round/>
                      <a:headEnd type="none" w="med" len="med"/>
                      <a:tailEnd type="none" w="med" len="med"/>
                    </a:lnB>
                  </a:tcPr>
                </a:tc>
              </a:tr>
              <a:tr h="359321">
                <a:tc>
                  <a:txBody>
                    <a:bodyPr/>
                    <a:lstStyle/>
                    <a:p>
                      <a:pPr indent="0" marL="0">
                        <a:lnSpc>
                          <a:spcPts val="1820"/>
                        </a:lnSpc>
                        <a:buNone/>
                      </a:pPr>
                      <a:r>
                        <a:rPr lang="en-US" sz="1300" dirty="0">
                          <a:solidFill>
                            <a:srgbClr val="14213D"/>
                          </a:solidFill>
                          <a:latin typeface="IBM Plex Sans" pitchFamily="34" charset="0"/>
                          <a:ea typeface="IBM Plex Sans" pitchFamily="34" charset="-122"/>
                          <a:cs typeface="IBM Plex Sans" pitchFamily="34" charset="-120"/>
                        </a:rPr>
                        <a:t>biblioteca no llega a ns2</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BEC0BB"/>
                      </a:solidFill>
                      <a:prstDash val="solid"/>
                      <a:round/>
                      <a:headEnd type="none" w="med" len="med"/>
                      <a:tailEnd type="none" w="med" len="med"/>
                    </a:lnL>
                    <a:lnR w="12700" cap="flat" cmpd="sng" algn="ctr">
                      <a:solidFill>
                        <a:srgbClr val="BEC0BB"/>
                      </a:solidFill>
                      <a:prstDash val="solid"/>
                      <a:round/>
                      <a:headEnd type="none" w="med" len="med"/>
                      <a:tailEnd type="none" w="med" len="med"/>
                    </a:lnR>
                    <a:lnT w="12700" cap="flat" cmpd="sng" algn="ctr">
                      <a:solidFill>
                        <a:srgbClr val="BEC0BB"/>
                      </a:solidFill>
                      <a:prstDash val="solid"/>
                      <a:round/>
                      <a:headEnd type="none" w="med" len="med"/>
                      <a:tailEnd type="none" w="med" len="med"/>
                    </a:lnT>
                    <a:lnB w="12700" cap="flat" cmpd="sng" algn="ctr">
                      <a:solidFill>
                        <a:srgbClr val="BEC0BB"/>
                      </a:solidFill>
                      <a:prstDash val="solid"/>
                      <a:round/>
                      <a:headEnd type="none" w="med" len="med"/>
                      <a:tailEnd type="none" w="med" len="med"/>
                    </a:lnB>
                  </a:tcPr>
                </a:tc>
                <a:tc>
                  <a:txBody>
                    <a:bodyPr/>
                    <a:lstStyle/>
                    <a:p>
                      <a:pPr indent="0" marL="0">
                        <a:lnSpc>
                          <a:spcPts val="1820"/>
                        </a:lnSpc>
                        <a:buNone/>
                      </a:pPr>
                      <a:r>
                        <a:rPr lang="en-US" sz="1300" dirty="0">
                          <a:solidFill>
                            <a:srgbClr val="14213D"/>
                          </a:solidFill>
                          <a:latin typeface="IBM Plex Sans" pitchFamily="34" charset="0"/>
                          <a:ea typeface="IBM Plex Sans" pitchFamily="34" charset="-122"/>
                          <a:cs typeface="IBM Plex Sans" pitchFamily="34" charset="-120"/>
                        </a:rPr>
                        <a:t>Serial sin subir</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BEC0BB"/>
                      </a:solidFill>
                      <a:prstDash val="solid"/>
                      <a:round/>
                      <a:headEnd type="none" w="med" len="med"/>
                      <a:tailEnd type="none" w="med" len="med"/>
                    </a:lnL>
                    <a:lnR w="12700" cap="flat" cmpd="sng" algn="ctr">
                      <a:solidFill>
                        <a:srgbClr val="BEC0BB"/>
                      </a:solidFill>
                      <a:prstDash val="solid"/>
                      <a:round/>
                      <a:headEnd type="none" w="med" len="med"/>
                      <a:tailEnd type="none" w="med" len="med"/>
                    </a:lnR>
                    <a:lnT w="12700" cap="flat" cmpd="sng" algn="ctr">
                      <a:solidFill>
                        <a:srgbClr val="BEC0BB"/>
                      </a:solidFill>
                      <a:prstDash val="solid"/>
                      <a:round/>
                      <a:headEnd type="none" w="med" len="med"/>
                      <a:tailEnd type="none" w="med" len="med"/>
                    </a:lnT>
                    <a:lnB w="12700" cap="flat" cmpd="sng" algn="ctr">
                      <a:solidFill>
                        <a:srgbClr val="BEC0BB"/>
                      </a:solidFill>
                      <a:prstDash val="solid"/>
                      <a:round/>
                      <a:headEnd type="none" w="med" len="med"/>
                      <a:tailEnd type="none" w="med" len="med"/>
                    </a:lnB>
                  </a:tcPr>
                </a:tc>
                <a:tc>
                  <a:txBody>
                    <a:bodyPr/>
                    <a:lstStyle/>
                    <a:p>
                      <a:pPr indent="0" marL="0">
                        <a:lnSpc>
                          <a:spcPts val="1820"/>
                        </a:lnSpc>
                        <a:buNone/>
                      </a:pPr>
                      <a:r>
                        <a:rPr lang="en-US" sz="1300" dirty="0">
                          <a:solidFill>
                            <a:srgbClr val="14213D"/>
                          </a:solidFill>
                          <a:latin typeface="IBM Plex Sans" pitchFamily="34" charset="0"/>
                          <a:ea typeface="IBM Plex Sans" pitchFamily="34" charset="-122"/>
                          <a:cs typeface="IBM Plex Sans" pitchFamily="34" charset="-120"/>
                        </a:rPr>
                        <a:t>Serial nuevo + rndc reload</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BEC0BB"/>
                      </a:solidFill>
                      <a:prstDash val="solid"/>
                      <a:round/>
                      <a:headEnd type="none" w="med" len="med"/>
                      <a:tailEnd type="none" w="med" len="med"/>
                    </a:lnL>
                    <a:lnR w="12700" cap="flat" cmpd="sng" algn="ctr">
                      <a:solidFill>
                        <a:srgbClr val="BEC0BB"/>
                      </a:solidFill>
                      <a:prstDash val="solid"/>
                      <a:round/>
                      <a:headEnd type="none" w="med" len="med"/>
                      <a:tailEnd type="none" w="med" len="med"/>
                    </a:lnR>
                    <a:lnT w="12700" cap="flat" cmpd="sng" algn="ctr">
                      <a:solidFill>
                        <a:srgbClr val="BEC0BB"/>
                      </a:solidFill>
                      <a:prstDash val="solid"/>
                      <a:round/>
                      <a:headEnd type="none" w="med" len="med"/>
                      <a:tailEnd type="none" w="med" len="med"/>
                    </a:lnT>
                    <a:lnB w="12700" cap="flat" cmpd="sng" algn="ctr">
                      <a:solidFill>
                        <a:srgbClr val="BEC0BB"/>
                      </a:solidFill>
                      <a:prstDash val="solid"/>
                      <a:round/>
                      <a:headEnd type="none" w="med" len="med"/>
                      <a:tailEnd type="none" w="med" len="med"/>
                    </a:lnB>
                  </a:tcPr>
                </a:tc>
              </a:tr>
              <a:tr h="359321">
                <a:tc>
                  <a:txBody>
                    <a:bodyPr/>
                    <a:lstStyle/>
                    <a:p>
                      <a:pPr indent="0" marL="0">
                        <a:lnSpc>
                          <a:spcPts val="1820"/>
                        </a:lnSpc>
                        <a:buNone/>
                      </a:pPr>
                      <a:r>
                        <a:rPr lang="en-US" sz="1300" dirty="0">
                          <a:solidFill>
                            <a:srgbClr val="14213D"/>
                          </a:solidFill>
                          <a:latin typeface="IBM Plex Sans" pitchFamily="34" charset="0"/>
                          <a:ea typeface="IBM Plex Sans" pitchFamily="34" charset="-122"/>
                          <a:cs typeface="IBM Plex Sans" pitchFamily="34" charset="-120"/>
                        </a:rPr>
                        <a:t>Scripts con aula.conf</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BEC0BB"/>
                      </a:solidFill>
                      <a:prstDash val="solid"/>
                      <a:round/>
                      <a:headEnd type="none" w="med" len="med"/>
                      <a:tailEnd type="none" w="med" len="med"/>
                    </a:lnL>
                    <a:lnR w="12700" cap="flat" cmpd="sng" algn="ctr">
                      <a:solidFill>
                        <a:srgbClr val="BEC0BB"/>
                      </a:solidFill>
                      <a:prstDash val="solid"/>
                      <a:round/>
                      <a:headEnd type="none" w="med" len="med"/>
                      <a:tailEnd type="none" w="med" len="med"/>
                    </a:lnR>
                    <a:lnT w="12700" cap="flat" cmpd="sng" algn="ctr">
                      <a:solidFill>
                        <a:srgbClr val="BEC0BB"/>
                      </a:solidFill>
                      <a:prstDash val="solid"/>
                      <a:round/>
                      <a:headEnd type="none" w="med" len="med"/>
                      <a:tailEnd type="none" w="med" len="med"/>
                    </a:lnT>
                    <a:lnB w="12700" cap="flat" cmpd="sng" algn="ctr">
                      <a:solidFill>
                        <a:srgbClr val="BEC0BB"/>
                      </a:solidFill>
                      <a:prstDash val="solid"/>
                      <a:round/>
                      <a:headEnd type="none" w="med" len="med"/>
                      <a:tailEnd type="none" w="med" len="med"/>
                    </a:lnB>
                  </a:tcPr>
                </a:tc>
                <a:tc>
                  <a:txBody>
                    <a:bodyPr/>
                    <a:lstStyle/>
                    <a:p>
                      <a:pPr indent="0" marL="0">
                        <a:lnSpc>
                          <a:spcPts val="1820"/>
                        </a:lnSpc>
                        <a:buNone/>
                      </a:pPr>
                      <a:r>
                        <a:rPr lang="en-US" sz="1300" dirty="0">
                          <a:solidFill>
                            <a:srgbClr val="14213D"/>
                          </a:solidFill>
                          <a:latin typeface="IBM Plex Sans" pitchFamily="34" charset="0"/>
                          <a:ea typeface="IBM Plex Sans" pitchFamily="34" charset="-122"/>
                          <a:cs typeface="IBM Plex Sans" pitchFamily="34" charset="-120"/>
                        </a:rPr>
                        <a:t>Paquete para otro entorno</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BEC0BB"/>
                      </a:solidFill>
                      <a:prstDash val="solid"/>
                      <a:round/>
                      <a:headEnd type="none" w="med" len="med"/>
                      <a:tailEnd type="none" w="med" len="med"/>
                    </a:lnL>
                    <a:lnR w="12700" cap="flat" cmpd="sng" algn="ctr">
                      <a:solidFill>
                        <a:srgbClr val="BEC0BB"/>
                      </a:solidFill>
                      <a:prstDash val="solid"/>
                      <a:round/>
                      <a:headEnd type="none" w="med" len="med"/>
                      <a:tailEnd type="none" w="med" len="med"/>
                    </a:lnR>
                    <a:lnT w="12700" cap="flat" cmpd="sng" algn="ctr">
                      <a:solidFill>
                        <a:srgbClr val="BEC0BB"/>
                      </a:solidFill>
                      <a:prstDash val="solid"/>
                      <a:round/>
                      <a:headEnd type="none" w="med" len="med"/>
                      <a:tailEnd type="none" w="med" len="med"/>
                    </a:lnT>
                    <a:lnB w="12700" cap="flat" cmpd="sng" algn="ctr">
                      <a:solidFill>
                        <a:srgbClr val="BEC0BB"/>
                      </a:solidFill>
                      <a:prstDash val="solid"/>
                      <a:round/>
                      <a:headEnd type="none" w="med" len="med"/>
                      <a:tailEnd type="none" w="med" len="med"/>
                    </a:lnB>
                  </a:tcPr>
                </a:tc>
                <a:tc>
                  <a:txBody>
                    <a:bodyPr/>
                    <a:lstStyle/>
                    <a:p>
                      <a:pPr indent="0" marL="0">
                        <a:lnSpc>
                          <a:spcPts val="1820"/>
                        </a:lnSpc>
                        <a:buNone/>
                      </a:pPr>
                      <a:r>
                        <a:rPr lang="en-US" sz="1300" dirty="0">
                          <a:solidFill>
                            <a:srgbClr val="14213D"/>
                          </a:solidFill>
                          <a:latin typeface="IBM Plex Sans" pitchFamily="34" charset="0"/>
                          <a:ea typeface="IBM Plex Sans" pitchFamily="34" charset="-122"/>
                          <a:cs typeface="IBM Plex Sans" pitchFamily="34" charset="-120"/>
                        </a:rPr>
                        <a:t>Scripts originales (systemd)</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BEC0BB"/>
                      </a:solidFill>
                      <a:prstDash val="solid"/>
                      <a:round/>
                      <a:headEnd type="none" w="med" len="med"/>
                      <a:tailEnd type="none" w="med" len="med"/>
                    </a:lnL>
                    <a:lnR w="12700" cap="flat" cmpd="sng" algn="ctr">
                      <a:solidFill>
                        <a:srgbClr val="BEC0BB"/>
                      </a:solidFill>
                      <a:prstDash val="solid"/>
                      <a:round/>
                      <a:headEnd type="none" w="med" len="med"/>
                      <a:tailEnd type="none" w="med" len="med"/>
                    </a:lnR>
                    <a:lnT w="12700" cap="flat" cmpd="sng" algn="ctr">
                      <a:solidFill>
                        <a:srgbClr val="BEC0BB"/>
                      </a:solidFill>
                      <a:prstDash val="solid"/>
                      <a:round/>
                      <a:headEnd type="none" w="med" len="med"/>
                      <a:tailEnd type="none" w="med" len="med"/>
                    </a:lnT>
                    <a:lnB w="12700" cap="flat" cmpd="sng" algn="ctr">
                      <a:solidFill>
                        <a:srgbClr val="BEC0BB"/>
                      </a:solidFill>
                      <a:prstDash val="solid"/>
                      <a:round/>
                      <a:headEnd type="none" w="med" len="med"/>
                      <a:tailEnd type="none" w="med" len="med"/>
                    </a:lnB>
                  </a:tcPr>
                </a:tc>
              </a:tr>
              <a:tr h="359321">
                <a:tc>
                  <a:txBody>
                    <a:bodyPr/>
                    <a:lstStyle/>
                    <a:p>
                      <a:pPr indent="0" marL="0">
                        <a:lnSpc>
                          <a:spcPts val="1820"/>
                        </a:lnSpc>
                        <a:buNone/>
                      </a:pPr>
                      <a:r>
                        <a:rPr lang="en-US" sz="1300" dirty="0">
                          <a:solidFill>
                            <a:srgbClr val="14213D"/>
                          </a:solidFill>
                          <a:latin typeface="IBM Plex Sans" pitchFamily="34" charset="0"/>
                          <a:ea typeface="IBM Plex Sans" pitchFamily="34" charset="-122"/>
                          <a:cs typeface="IBM Plex Sans" pitchFamily="34" charset="-120"/>
                        </a:rPr>
                        <a:t>unbound-anchor: not found</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BEC0BB"/>
                      </a:solidFill>
                      <a:prstDash val="solid"/>
                      <a:round/>
                      <a:headEnd type="none" w="med" len="med"/>
                      <a:tailEnd type="none" w="med" len="med"/>
                    </a:lnL>
                    <a:lnR w="12700" cap="flat" cmpd="sng" algn="ctr">
                      <a:solidFill>
                        <a:srgbClr val="BEC0BB"/>
                      </a:solidFill>
                      <a:prstDash val="solid"/>
                      <a:round/>
                      <a:headEnd type="none" w="med" len="med"/>
                      <a:tailEnd type="none" w="med" len="med"/>
                    </a:lnR>
                    <a:lnT w="12700" cap="flat" cmpd="sng" algn="ctr">
                      <a:solidFill>
                        <a:srgbClr val="BEC0BB"/>
                      </a:solidFill>
                      <a:prstDash val="solid"/>
                      <a:round/>
                      <a:headEnd type="none" w="med" len="med"/>
                      <a:tailEnd type="none" w="med" len="med"/>
                    </a:lnT>
                    <a:lnB w="12700" cap="flat" cmpd="sng" algn="ctr">
                      <a:solidFill>
                        <a:srgbClr val="BEC0BB"/>
                      </a:solidFill>
                      <a:prstDash val="solid"/>
                      <a:round/>
                      <a:headEnd type="none" w="med" len="med"/>
                      <a:tailEnd type="none" w="med" len="med"/>
                    </a:lnB>
                  </a:tcPr>
                </a:tc>
                <a:tc>
                  <a:txBody>
                    <a:bodyPr/>
                    <a:lstStyle/>
                    <a:p>
                      <a:pPr indent="0" marL="0">
                        <a:lnSpc>
                          <a:spcPts val="1820"/>
                        </a:lnSpc>
                        <a:buNone/>
                      </a:pPr>
                      <a:r>
                        <a:rPr lang="en-US" sz="1300" dirty="0">
                          <a:solidFill>
                            <a:srgbClr val="14213D"/>
                          </a:solidFill>
                          <a:latin typeface="IBM Plex Sans" pitchFamily="34" charset="0"/>
                          <a:ea typeface="IBM Plex Sans" pitchFamily="34" charset="-122"/>
                          <a:cs typeface="IBM Plex Sans" pitchFamily="34" charset="-120"/>
                        </a:rPr>
                        <a:t>Faltaba el ancla DNSSEC</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BEC0BB"/>
                      </a:solidFill>
                      <a:prstDash val="solid"/>
                      <a:round/>
                      <a:headEnd type="none" w="med" len="med"/>
                      <a:tailEnd type="none" w="med" len="med"/>
                    </a:lnL>
                    <a:lnR w="12700" cap="flat" cmpd="sng" algn="ctr">
                      <a:solidFill>
                        <a:srgbClr val="BEC0BB"/>
                      </a:solidFill>
                      <a:prstDash val="solid"/>
                      <a:round/>
                      <a:headEnd type="none" w="med" len="med"/>
                      <a:tailEnd type="none" w="med" len="med"/>
                    </a:lnR>
                    <a:lnT w="12700" cap="flat" cmpd="sng" algn="ctr">
                      <a:solidFill>
                        <a:srgbClr val="BEC0BB"/>
                      </a:solidFill>
                      <a:prstDash val="solid"/>
                      <a:round/>
                      <a:headEnd type="none" w="med" len="med"/>
                      <a:tailEnd type="none" w="med" len="med"/>
                    </a:lnT>
                    <a:lnB w="12700" cap="flat" cmpd="sng" algn="ctr">
                      <a:solidFill>
                        <a:srgbClr val="BEC0BB"/>
                      </a:solidFill>
                      <a:prstDash val="solid"/>
                      <a:round/>
                      <a:headEnd type="none" w="med" len="med"/>
                      <a:tailEnd type="none" w="med" len="med"/>
                    </a:lnB>
                  </a:tcPr>
                </a:tc>
                <a:tc>
                  <a:txBody>
                    <a:bodyPr/>
                    <a:lstStyle/>
                    <a:p>
                      <a:pPr indent="0" marL="0">
                        <a:lnSpc>
                          <a:spcPts val="1820"/>
                        </a:lnSpc>
                        <a:buNone/>
                      </a:pPr>
                      <a:r>
                        <a:rPr lang="en-US" sz="1300" dirty="0">
                          <a:solidFill>
                            <a:srgbClr val="14213D"/>
                          </a:solidFill>
                          <a:latin typeface="IBM Plex Sans" pitchFamily="34" charset="0"/>
                          <a:ea typeface="IBM Plex Sans" pitchFamily="34" charset="-122"/>
                          <a:cs typeface="IBM Plex Sans" pitchFamily="34" charset="-120"/>
                        </a:rPr>
                        <a:t>apt install unbound-anchor</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BEC0BB"/>
                      </a:solidFill>
                      <a:prstDash val="solid"/>
                      <a:round/>
                      <a:headEnd type="none" w="med" len="med"/>
                      <a:tailEnd type="none" w="med" len="med"/>
                    </a:lnL>
                    <a:lnR w="12700" cap="flat" cmpd="sng" algn="ctr">
                      <a:solidFill>
                        <a:srgbClr val="BEC0BB"/>
                      </a:solidFill>
                      <a:prstDash val="solid"/>
                      <a:round/>
                      <a:headEnd type="none" w="med" len="med"/>
                      <a:tailEnd type="none" w="med" len="med"/>
                    </a:lnR>
                    <a:lnT w="12700" cap="flat" cmpd="sng" algn="ctr">
                      <a:solidFill>
                        <a:srgbClr val="BEC0BB"/>
                      </a:solidFill>
                      <a:prstDash val="solid"/>
                      <a:round/>
                      <a:headEnd type="none" w="med" len="med"/>
                      <a:tailEnd type="none" w="med" len="med"/>
                    </a:lnT>
                    <a:lnB w="12700" cap="flat" cmpd="sng" algn="ctr">
                      <a:solidFill>
                        <a:srgbClr val="BEC0BB"/>
                      </a:solidFill>
                      <a:prstDash val="solid"/>
                      <a:round/>
                      <a:headEnd type="none" w="med" len="med"/>
                      <a:tailEnd type="none" w="med" len="med"/>
                    </a:lnB>
                  </a:tcPr>
                </a:tc>
              </a:tr>
              <a:tr h="359321">
                <a:tc>
                  <a:txBody>
                    <a:bodyPr/>
                    <a:lstStyle/>
                    <a:p>
                      <a:pPr indent="0" marL="0">
                        <a:lnSpc>
                          <a:spcPts val="1820"/>
                        </a:lnSpc>
                        <a:buNone/>
                      </a:pPr>
                      <a:r>
                        <a:rPr lang="en-US" sz="1300" dirty="0">
                          <a:solidFill>
                            <a:srgbClr val="14213D"/>
                          </a:solidFill>
                          <a:latin typeface="IBM Plex Sans" pitchFamily="34" charset="0"/>
                          <a:ea typeface="IBM Plex Sans" pitchFamily="34" charset="-122"/>
                          <a:cs typeface="IBM Plex Sans" pitchFamily="34" charset="-120"/>
                        </a:rPr>
                        <a:t>tcpdump: 0 paquetes</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BEC0BB"/>
                      </a:solidFill>
                      <a:prstDash val="solid"/>
                      <a:round/>
                      <a:headEnd type="none" w="med" len="med"/>
                      <a:tailEnd type="none" w="med" len="med"/>
                    </a:lnL>
                    <a:lnR w="12700" cap="flat" cmpd="sng" algn="ctr">
                      <a:solidFill>
                        <a:srgbClr val="BEC0BB"/>
                      </a:solidFill>
                      <a:prstDash val="solid"/>
                      <a:round/>
                      <a:headEnd type="none" w="med" len="med"/>
                      <a:tailEnd type="none" w="med" len="med"/>
                    </a:lnR>
                    <a:lnT w="12700" cap="flat" cmpd="sng" algn="ctr">
                      <a:solidFill>
                        <a:srgbClr val="BEC0BB"/>
                      </a:solidFill>
                      <a:prstDash val="solid"/>
                      <a:round/>
                      <a:headEnd type="none" w="med" len="med"/>
                      <a:tailEnd type="none" w="med" len="med"/>
                    </a:lnT>
                    <a:lnB w="12700" cap="flat" cmpd="sng" algn="ctr">
                      <a:solidFill>
                        <a:srgbClr val="BEC0BB"/>
                      </a:solidFill>
                      <a:prstDash val="solid"/>
                      <a:round/>
                      <a:headEnd type="none" w="med" len="med"/>
                      <a:tailEnd type="none" w="med" len="med"/>
                    </a:lnB>
                  </a:tcPr>
                </a:tc>
                <a:tc>
                  <a:txBody>
                    <a:bodyPr/>
                    <a:lstStyle/>
                    <a:p>
                      <a:pPr indent="0" marL="0">
                        <a:lnSpc>
                          <a:spcPts val="1820"/>
                        </a:lnSpc>
                        <a:buNone/>
                      </a:pPr>
                      <a:r>
                        <a:rPr lang="en-US" sz="1300" dirty="0">
                          <a:solidFill>
                            <a:srgbClr val="14213D"/>
                          </a:solidFill>
                          <a:latin typeface="IBM Plex Sans" pitchFamily="34" charset="0"/>
                          <a:ea typeface="IBM Plex Sans" pitchFamily="34" charset="-122"/>
                          <a:cs typeface="IBM Plex Sans" pitchFamily="34" charset="-120"/>
                        </a:rPr>
                        <a:t>timeout cerró la captura</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BEC0BB"/>
                      </a:solidFill>
                      <a:prstDash val="solid"/>
                      <a:round/>
                      <a:headEnd type="none" w="med" len="med"/>
                      <a:tailEnd type="none" w="med" len="med"/>
                    </a:lnL>
                    <a:lnR w="12700" cap="flat" cmpd="sng" algn="ctr">
                      <a:solidFill>
                        <a:srgbClr val="BEC0BB"/>
                      </a:solidFill>
                      <a:prstDash val="solid"/>
                      <a:round/>
                      <a:headEnd type="none" w="med" len="med"/>
                      <a:tailEnd type="none" w="med" len="med"/>
                    </a:lnR>
                    <a:lnT w="12700" cap="flat" cmpd="sng" algn="ctr">
                      <a:solidFill>
                        <a:srgbClr val="BEC0BB"/>
                      </a:solidFill>
                      <a:prstDash val="solid"/>
                      <a:round/>
                      <a:headEnd type="none" w="med" len="med"/>
                      <a:tailEnd type="none" w="med" len="med"/>
                    </a:lnT>
                    <a:lnB w="12700" cap="flat" cmpd="sng" algn="ctr">
                      <a:solidFill>
                        <a:srgbClr val="BEC0BB"/>
                      </a:solidFill>
                      <a:prstDash val="solid"/>
                      <a:round/>
                      <a:headEnd type="none" w="med" len="med"/>
                      <a:tailEnd type="none" w="med" len="med"/>
                    </a:lnB>
                  </a:tcPr>
                </a:tc>
                <a:tc>
                  <a:txBody>
                    <a:bodyPr/>
                    <a:lstStyle/>
                    <a:p>
                      <a:pPr indent="0" marL="0">
                        <a:lnSpc>
                          <a:spcPts val="1820"/>
                        </a:lnSpc>
                        <a:buNone/>
                      </a:pPr>
                      <a:r>
                        <a:rPr lang="en-US" sz="1300" dirty="0">
                          <a:solidFill>
                            <a:srgbClr val="14213D"/>
                          </a:solidFill>
                          <a:latin typeface="IBM Plex Sans" pitchFamily="34" charset="0"/>
                          <a:ea typeface="IBM Plex Sans" pitchFamily="34" charset="-122"/>
                          <a:cs typeface="IBM Plex Sans" pitchFamily="34" charset="-120"/>
                        </a:rPr>
                        <a:t>Todo en una sola línea</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BEC0BB"/>
                      </a:solidFill>
                      <a:prstDash val="solid"/>
                      <a:round/>
                      <a:headEnd type="none" w="med" len="med"/>
                      <a:tailEnd type="none" w="med" len="med"/>
                    </a:lnL>
                    <a:lnR w="12700" cap="flat" cmpd="sng" algn="ctr">
                      <a:solidFill>
                        <a:srgbClr val="BEC0BB"/>
                      </a:solidFill>
                      <a:prstDash val="solid"/>
                      <a:round/>
                      <a:headEnd type="none" w="med" len="med"/>
                      <a:tailEnd type="none" w="med" len="med"/>
                    </a:lnR>
                    <a:lnT w="12700" cap="flat" cmpd="sng" algn="ctr">
                      <a:solidFill>
                        <a:srgbClr val="BEC0BB"/>
                      </a:solidFill>
                      <a:prstDash val="solid"/>
                      <a:round/>
                      <a:headEnd type="none" w="med" len="med"/>
                      <a:tailEnd type="none" w="med" len="med"/>
                    </a:lnT>
                    <a:lnB w="12700" cap="flat" cmpd="sng" algn="ctr">
                      <a:solidFill>
                        <a:srgbClr val="BEC0BB"/>
                      </a:solidFill>
                      <a:prstDash val="solid"/>
                      <a:round/>
                      <a:headEnd type="none" w="med" len="med"/>
                      <a:tailEnd type="none" w="med" len="med"/>
                    </a:lnB>
                  </a:tcPr>
                </a:tc>
              </a:tr>
              <a:tr h="359321">
                <a:tc>
                  <a:txBody>
                    <a:bodyPr/>
                    <a:lstStyle/>
                    <a:p>
                      <a:pPr indent="0" marL="0">
                        <a:lnSpc>
                          <a:spcPts val="1820"/>
                        </a:lnSpc>
                        <a:buNone/>
                      </a:pPr>
                      <a:r>
                        <a:rPr lang="en-US" sz="1300" dirty="0">
                          <a:solidFill>
                            <a:srgbClr val="14213D"/>
                          </a:solidFill>
                          <a:latin typeface="IBM Plex Sans" pitchFamily="34" charset="0"/>
                          <a:ea typeface="IBM Plex Sans" pitchFamily="34" charset="-122"/>
                          <a:cs typeface="IBM Plex Sans" pitchFamily="34" charset="-120"/>
                        </a:rPr>
                        <a:t>ns4 "cojo" una vez</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BEC0BB"/>
                      </a:solidFill>
                      <a:prstDash val="solid"/>
                      <a:round/>
                      <a:headEnd type="none" w="med" len="med"/>
                      <a:tailEnd type="none" w="med" len="med"/>
                    </a:lnL>
                    <a:lnR w="12700" cap="flat" cmpd="sng" algn="ctr">
                      <a:solidFill>
                        <a:srgbClr val="BEC0BB"/>
                      </a:solidFill>
                      <a:prstDash val="solid"/>
                      <a:round/>
                      <a:headEnd type="none" w="med" len="med"/>
                      <a:tailEnd type="none" w="med" len="med"/>
                    </a:lnR>
                    <a:lnT w="12700" cap="flat" cmpd="sng" algn="ctr">
                      <a:solidFill>
                        <a:srgbClr val="BEC0BB"/>
                      </a:solidFill>
                      <a:prstDash val="solid"/>
                      <a:round/>
                      <a:headEnd type="none" w="med" len="med"/>
                      <a:tailEnd type="none" w="med" len="med"/>
                    </a:lnT>
                    <a:lnB w="12700" cap="flat" cmpd="sng" algn="ctr">
                      <a:solidFill>
                        <a:srgbClr val="BEC0BB"/>
                      </a:solidFill>
                      <a:prstDash val="solid"/>
                      <a:round/>
                      <a:headEnd type="none" w="med" len="med"/>
                      <a:tailEnd type="none" w="med" len="med"/>
                    </a:lnB>
                  </a:tcPr>
                </a:tc>
                <a:tc>
                  <a:txBody>
                    <a:bodyPr/>
                    <a:lstStyle/>
                    <a:p>
                      <a:pPr indent="0" marL="0">
                        <a:lnSpc>
                          <a:spcPts val="1820"/>
                        </a:lnSpc>
                        <a:buNone/>
                      </a:pPr>
                      <a:r>
                        <a:rPr lang="en-US" sz="1300" dirty="0">
                          <a:solidFill>
                            <a:srgbClr val="14213D"/>
                          </a:solidFill>
                          <a:latin typeface="IBM Plex Sans" pitchFamily="34" charset="0"/>
                          <a:ea typeface="IBM Plex Sans" pitchFamily="34" charset="-122"/>
                          <a:cs typeface="IBM Plex Sans" pitchFamily="34" charset="-120"/>
                        </a:rPr>
                        <a:t>Timeout aislado</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BEC0BB"/>
                      </a:solidFill>
                      <a:prstDash val="solid"/>
                      <a:round/>
                      <a:headEnd type="none" w="med" len="med"/>
                      <a:tailEnd type="none" w="med" len="med"/>
                    </a:lnL>
                    <a:lnR w="12700" cap="flat" cmpd="sng" algn="ctr">
                      <a:solidFill>
                        <a:srgbClr val="BEC0BB"/>
                      </a:solidFill>
                      <a:prstDash val="solid"/>
                      <a:round/>
                      <a:headEnd type="none" w="med" len="med"/>
                      <a:tailEnd type="none" w="med" len="med"/>
                    </a:lnR>
                    <a:lnT w="12700" cap="flat" cmpd="sng" algn="ctr">
                      <a:solidFill>
                        <a:srgbClr val="BEC0BB"/>
                      </a:solidFill>
                      <a:prstDash val="solid"/>
                      <a:round/>
                      <a:headEnd type="none" w="med" len="med"/>
                      <a:tailEnd type="none" w="med" len="med"/>
                    </a:lnT>
                    <a:lnB w="12700" cap="flat" cmpd="sng" algn="ctr">
                      <a:solidFill>
                        <a:srgbClr val="BEC0BB"/>
                      </a:solidFill>
                      <a:prstDash val="solid"/>
                      <a:round/>
                      <a:headEnd type="none" w="med" len="med"/>
                      <a:tailEnd type="none" w="med" len="med"/>
                    </a:lnB>
                  </a:tcPr>
                </a:tc>
                <a:tc>
                  <a:txBody>
                    <a:bodyPr/>
                    <a:lstStyle/>
                    <a:p>
                      <a:pPr indent="0" marL="0">
                        <a:lnSpc>
                          <a:spcPts val="1820"/>
                        </a:lnSpc>
                        <a:buNone/>
                      </a:pPr>
                      <a:r>
                        <a:rPr lang="en-US" sz="1300" dirty="0">
                          <a:solidFill>
                            <a:srgbClr val="14213D"/>
                          </a:solidFill>
                          <a:latin typeface="IBM Plex Sans" pitchFamily="34" charset="0"/>
                          <a:ea typeface="IBM Plex Sans" pitchFamily="34" charset="-122"/>
                          <a:cs typeface="IBM Plex Sans" pitchFamily="34" charset="-120"/>
                        </a:rPr>
                        <a:t>Confirmar con dig +norec</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BEC0BB"/>
                      </a:solidFill>
                      <a:prstDash val="solid"/>
                      <a:round/>
                      <a:headEnd type="none" w="med" len="med"/>
                      <a:tailEnd type="none" w="med" len="med"/>
                    </a:lnL>
                    <a:lnR w="12700" cap="flat" cmpd="sng" algn="ctr">
                      <a:solidFill>
                        <a:srgbClr val="BEC0BB"/>
                      </a:solidFill>
                      <a:prstDash val="solid"/>
                      <a:round/>
                      <a:headEnd type="none" w="med" len="med"/>
                      <a:tailEnd type="none" w="med" len="med"/>
                    </a:lnR>
                    <a:lnT w="12700" cap="flat" cmpd="sng" algn="ctr">
                      <a:solidFill>
                        <a:srgbClr val="BEC0BB"/>
                      </a:solidFill>
                      <a:prstDash val="solid"/>
                      <a:round/>
                      <a:headEnd type="none" w="med" len="med"/>
                      <a:tailEnd type="none" w="med" len="med"/>
                    </a:lnT>
                    <a:lnB w="12700" cap="flat" cmpd="sng" algn="ctr">
                      <a:solidFill>
                        <a:srgbClr val="BEC0BB"/>
                      </a:solidFill>
                      <a:prstDash val="solid"/>
                      <a:round/>
                      <a:headEnd type="none" w="med" len="med"/>
                      <a:tailEnd type="none" w="med" len="med"/>
                    </a:lnB>
                  </a:tcPr>
                </a:tc>
              </a:tr>
            </a:tbl>
          </a:graphicData>
        </a:graphic>
      </p:graphicFrame>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14213D"/>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F0A070"/>
                </a:solidFill>
                <a:latin typeface="IBM Plex Sans" pitchFamily="34" charset="0"/>
                <a:ea typeface="IBM Plex Sans" pitchFamily="34" charset="-122"/>
                <a:cs typeface="IBM Plex Sans" pitchFamily="34" charset="-120"/>
              </a:rPr>
              <a:t>APRENDIZAJES</a:t>
            </a:r>
            <a:endParaRPr lang="en-US" sz="1200" dirty="0"/>
          </a:p>
        </p:txBody>
      </p:sp>
      <p:sp>
        <p:nvSpPr>
          <p:cNvPr id="3" name="Text 1"/>
          <p:cNvSpPr/>
          <p:nvPr/>
        </p:nvSpPr>
        <p:spPr>
          <a:xfrm>
            <a:off x="812800" y="2719090"/>
            <a:ext cx="10883392" cy="368300"/>
          </a:xfrm>
          <a:prstGeom prst="rect">
            <a:avLst/>
          </a:prstGeom>
          <a:noFill/>
          <a:ln/>
        </p:spPr>
        <p:txBody>
          <a:bodyPr wrap="square" lIns="0" tIns="0" rIns="0" bIns="0" rtlCol="0" anchor="t">
            <a:normAutofit/>
          </a:bodyPr>
          <a:lstStyle/>
          <a:p>
            <a:pPr algn="l" indent="0" marL="0">
              <a:lnSpc>
                <a:spcPts val="2700"/>
              </a:lnSpc>
              <a:buNone/>
            </a:pPr>
            <a:r>
              <a:rPr lang="en-US" sz="2000" dirty="0">
                <a:solidFill>
                  <a:srgbClr val="F7F6F2"/>
                </a:solidFill>
                <a:latin typeface="IBM Plex Sans" pitchFamily="34" charset="0"/>
                <a:ea typeface="IBM Plex Sans" pitchFamily="34" charset="-122"/>
                <a:cs typeface="IBM Plex Sans" pitchFamily="34" charset="-120"/>
              </a:rPr>
              <a:t>Leer </a:t>
            </a:r>
            <a:r>
              <a:rPr lang="en-US" sz="2000" b="1" dirty="0">
                <a:solidFill>
                  <a:srgbClr val="F7F6F2"/>
                </a:solidFill>
                <a:latin typeface="IBM Plex Sans" pitchFamily="34" charset="0"/>
                <a:ea typeface="IBM Plex Sans" pitchFamily="34" charset="-122"/>
                <a:cs typeface="IBM Plex Sans" pitchFamily="34" charset="-120"/>
              </a:rPr>
              <a:t>aa</a:t>
            </a:r>
            <a:r>
              <a:rPr lang="en-US" sz="2000" dirty="0">
                <a:solidFill>
                  <a:srgbClr val="F7F6F2"/>
                </a:solidFill>
                <a:latin typeface="IBM Plex Sans" pitchFamily="34" charset="0"/>
                <a:ea typeface="IBM Plex Sans" pitchFamily="34" charset="-122"/>
                <a:cs typeface="IBM Plex Sans" pitchFamily="34" charset="-120"/>
              </a:rPr>
              <a:t>, </a:t>
            </a:r>
            <a:r>
              <a:rPr lang="en-US" sz="2000" b="1" dirty="0">
                <a:solidFill>
                  <a:srgbClr val="F7F6F2"/>
                </a:solidFill>
                <a:latin typeface="IBM Plex Sans" pitchFamily="34" charset="0"/>
                <a:ea typeface="IBM Plex Sans" pitchFamily="34" charset="-122"/>
                <a:cs typeface="IBM Plex Sans" pitchFamily="34" charset="-120"/>
              </a:rPr>
              <a:t>ra</a:t>
            </a:r>
            <a:r>
              <a:rPr lang="en-US" sz="2000" dirty="0">
                <a:solidFill>
                  <a:srgbClr val="F7F6F2"/>
                </a:solidFill>
                <a:latin typeface="IBM Plex Sans" pitchFamily="34" charset="0"/>
                <a:ea typeface="IBM Plex Sans" pitchFamily="34" charset="-122"/>
                <a:cs typeface="IBM Plex Sans" pitchFamily="34" charset="-120"/>
              </a:rPr>
              <a:t> y </a:t>
            </a:r>
            <a:r>
              <a:rPr lang="en-US" sz="2000" b="1" dirty="0">
                <a:solidFill>
                  <a:srgbClr val="F7F6F2"/>
                </a:solidFill>
                <a:latin typeface="IBM Plex Sans" pitchFamily="34" charset="0"/>
                <a:ea typeface="IBM Plex Sans" pitchFamily="34" charset="-122"/>
                <a:cs typeface="IBM Plex Sans" pitchFamily="34" charset="-120"/>
              </a:rPr>
              <a:t>ad</a:t>
            </a:r>
            <a:r>
              <a:rPr lang="en-US" sz="2000" dirty="0">
                <a:solidFill>
                  <a:srgbClr val="F7F6F2"/>
                </a:solidFill>
                <a:latin typeface="IBM Plex Sans" pitchFamily="34" charset="0"/>
                <a:ea typeface="IBM Plex Sans" pitchFamily="34" charset="-122"/>
                <a:cs typeface="IBM Plex Sans" pitchFamily="34" charset="-120"/>
              </a:rPr>
              <a:t> fue la mejor herramienta de diagnóstico.</a:t>
            </a:r>
            <a:endParaRPr lang="en-US" sz="2000" dirty="0"/>
          </a:p>
        </p:txBody>
      </p:sp>
      <p:sp>
        <p:nvSpPr>
          <p:cNvPr id="4" name="Text 2"/>
          <p:cNvSpPr/>
          <p:nvPr/>
        </p:nvSpPr>
        <p:spPr>
          <a:xfrm>
            <a:off x="812800" y="3239790"/>
            <a:ext cx="10883392" cy="368300"/>
          </a:xfrm>
          <a:prstGeom prst="rect">
            <a:avLst/>
          </a:prstGeom>
          <a:noFill/>
          <a:ln/>
        </p:spPr>
        <p:txBody>
          <a:bodyPr wrap="square" lIns="0" tIns="0" rIns="0" bIns="0" rtlCol="0" anchor="t">
            <a:normAutofit/>
          </a:bodyPr>
          <a:lstStyle/>
          <a:p>
            <a:pPr algn="l" indent="0" marL="0">
              <a:lnSpc>
                <a:spcPts val="2700"/>
              </a:lnSpc>
              <a:buNone/>
            </a:pPr>
            <a:r>
              <a:rPr lang="en-US" sz="2000" dirty="0">
                <a:solidFill>
                  <a:srgbClr val="F7F6F2"/>
                </a:solidFill>
                <a:latin typeface="IBM Plex Sans" pitchFamily="34" charset="0"/>
                <a:ea typeface="IBM Plex Sans" pitchFamily="34" charset="-122"/>
                <a:cs typeface="IBM Plex Sans" pitchFamily="34" charset="-120"/>
              </a:rPr>
              <a:t>La redundancia depende de un solo dato: el </a:t>
            </a:r>
            <a:r>
              <a:rPr lang="en-US" sz="2000" b="1" dirty="0">
                <a:solidFill>
                  <a:srgbClr val="F7F6F2"/>
                </a:solidFill>
                <a:latin typeface="IBM Plex Sans" pitchFamily="34" charset="0"/>
                <a:ea typeface="IBM Plex Sans" pitchFamily="34" charset="-122"/>
                <a:cs typeface="IBM Plex Sans" pitchFamily="34" charset="-120"/>
              </a:rPr>
              <a:t>serial</a:t>
            </a:r>
            <a:r>
              <a:rPr lang="en-US" sz="2000" dirty="0">
                <a:solidFill>
                  <a:srgbClr val="F7F6F2"/>
                </a:solidFill>
                <a:latin typeface="IBM Plex Sans" pitchFamily="34" charset="0"/>
                <a:ea typeface="IBM Plex Sans" pitchFamily="34" charset="-122"/>
                <a:cs typeface="IBM Plex Sans" pitchFamily="34" charset="-120"/>
              </a:rPr>
              <a:t>.</a:t>
            </a:r>
            <a:endParaRPr lang="en-US" sz="2000" dirty="0"/>
          </a:p>
        </p:txBody>
      </p:sp>
      <p:sp>
        <p:nvSpPr>
          <p:cNvPr id="5" name="Text 3"/>
          <p:cNvSpPr/>
          <p:nvPr/>
        </p:nvSpPr>
        <p:spPr>
          <a:xfrm>
            <a:off x="812800" y="3760490"/>
            <a:ext cx="10883392" cy="368300"/>
          </a:xfrm>
          <a:prstGeom prst="rect">
            <a:avLst/>
          </a:prstGeom>
          <a:noFill/>
          <a:ln/>
        </p:spPr>
        <p:txBody>
          <a:bodyPr wrap="square" lIns="0" tIns="0" rIns="0" bIns="0" rtlCol="0" anchor="t">
            <a:normAutofit/>
          </a:bodyPr>
          <a:lstStyle/>
          <a:p>
            <a:pPr algn="l" indent="0" marL="0">
              <a:lnSpc>
                <a:spcPts val="2700"/>
              </a:lnSpc>
              <a:buNone/>
            </a:pPr>
            <a:r>
              <a:rPr lang="en-US" sz="2000" dirty="0">
                <a:solidFill>
                  <a:srgbClr val="F7F6F2"/>
                </a:solidFill>
                <a:latin typeface="IBM Plex Sans" pitchFamily="34" charset="0"/>
                <a:ea typeface="IBM Plex Sans" pitchFamily="34" charset="-122"/>
                <a:cs typeface="IBM Plex Sans" pitchFamily="34" charset="-120"/>
              </a:rPr>
              <a:t>Un resolutor propio da privacidad (DoT), confianza (DNSSEC) y protección (RPZ).</a:t>
            </a:r>
            <a:endParaRPr lang="en-US" sz="2000" dirty="0"/>
          </a:p>
        </p:txBody>
      </p:sp>
      <p:sp>
        <p:nvSpPr>
          <p:cNvPr id="6" name="Text 4"/>
          <p:cNvSpPr/>
          <p:nvPr/>
        </p:nvSpPr>
        <p:spPr>
          <a:xfrm>
            <a:off x="812800" y="5796310"/>
            <a:ext cx="5632728"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C9D3E3"/>
                </a:solidFill>
                <a:latin typeface="JetBrains Mono" pitchFamily="49" charset="0"/>
                <a:ea typeface="JetBrains Mono" pitchFamily="49" charset="-122"/>
                <a:cs typeface="JetBrains Mono" pitchFamily="49" charset="-120"/>
              </a:rPr>
              <a:t>github.com/Grupo-CodeX/tecnologia-web-i-labs</a:t>
            </a:r>
            <a:endParaRPr lang="en-US" sz="1400" dirty="0"/>
          </a:p>
        </p:txBody>
      </p:sp>
      <p:sp>
        <p:nvSpPr>
          <p:cNvPr id="7" name="Text 5"/>
          <p:cNvSpPr/>
          <p:nvPr/>
        </p:nvSpPr>
        <p:spPr>
          <a:xfrm>
            <a:off x="9257328" y="5796310"/>
            <a:ext cx="2121872" cy="274290"/>
          </a:xfrm>
          <a:prstGeom prst="rect">
            <a:avLst/>
          </a:prstGeom>
          <a:noFill/>
          <a:ln/>
        </p:spPr>
        <p:txBody>
          <a:bodyPr wrap="square" lIns="0" tIns="0" rIns="0" bIns="0" rtlCol="0" anchor="t">
            <a:normAutofit/>
          </a:bodyPr>
          <a:lstStyle/>
          <a:p>
            <a:pPr algn="r" indent="0" marL="0">
              <a:lnSpc>
                <a:spcPts val="1960"/>
              </a:lnSpc>
              <a:buNone/>
            </a:pPr>
            <a:r>
              <a:rPr lang="en-US" sz="1400" dirty="0">
                <a:solidFill>
                  <a:srgbClr val="C9D3E3"/>
                </a:solidFill>
                <a:latin typeface="IBM Plex Sans" pitchFamily="34" charset="0"/>
                <a:ea typeface="IBM Plex Sans" pitchFamily="34" charset="-122"/>
                <a:cs typeface="IBM Plex Sans" pitchFamily="34" charset="-120"/>
              </a:rPr>
              <a:t>12/12 · 16/16 · 17/17</a:t>
            </a:r>
            <a:endParaRPr lang="en-US" sz="1400" dirty="0"/>
          </a:p>
        </p:txBody>
      </p:sp>
    </p:spTree>
  </p:cSld>
  <p:clrMapOvr>
    <a:masterClrMapping/>
  </p:clrMapOvr>
</p:sld>
</file>

<file path=ppt/theme/theme1.xml><?xml version="1.0" encoding="utf-8"?>
<a:theme xmlns:a="http://schemas.openxmlformats.org/drawingml/2006/main" name="Actividad 02 · Infraestructura DNS">
  <a:themeElements>
    <a:clrScheme name="Actividad 02 · Infraestructura DNS">
      <a:dk1>
        <a:srgbClr val="14213D"/>
      </a:dk1>
      <a:lt1>
        <a:srgbClr val="EEF0EA"/>
      </a:lt1>
      <a:dk2>
        <a:srgbClr val="4B5568"/>
      </a:dk2>
      <a:lt2>
        <a:srgbClr val="D8DBD9"/>
      </a:lt2>
      <a:accent1>
        <a:srgbClr val="B04E1C"/>
      </a:accent1>
      <a:accent2>
        <a:srgbClr val="F0A070"/>
      </a:accent2>
      <a:accent3>
        <a:srgbClr val="2F6FB0"/>
      </a:accent3>
      <a:accent4>
        <a:srgbClr val="4A5568"/>
      </a:accent4>
      <a:accent5>
        <a:srgbClr val="C9D3E3"/>
      </a:accent5>
      <a:accent6>
        <a:srgbClr val="9AA0A6"/>
      </a:accent6>
      <a:hlink>
        <a:srgbClr val="0563C1"/>
      </a:hlink>
      <a:folHlink>
        <a:srgbClr val="954F72"/>
      </a:folHlink>
    </a:clrScheme>
    <a:fontScheme name="Actividad 02 · Infraestructura DNS">
      <a:majorFont>
        <a:latin typeface="IBM Plex Sans"/>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IBM Plex San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17</Slides>
  <Notes>17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17</vt:i4>
      </vt:variant>
    </vt:vector>
  </HeadingPairs>
  <TitlesOfParts>
    <vt:vector size="2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Actividad 02 · Infraestructura DNS</dc:title>
  <dc:subject/>
  <dc:creator/>
  <cp:lastModifiedBy/>
  <cp:revision>1</cp:revision>
  <dcterms:created xsi:type="dcterms:W3CDTF">2026-10-18T19:20:57Z</dcterms:created>
  <dcterms:modified xsi:type="dcterms:W3CDTF">2026-10-18T19:20:57Z</dcterms:modified>
</cp:coreProperties>
</file>